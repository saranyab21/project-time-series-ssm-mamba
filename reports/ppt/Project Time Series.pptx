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3" r:id="rId1"/>
    <p:sldMasterId id="2147483684" r:id="rId2"/>
    <p:sldMasterId id="2147483685" r:id="rId3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ranya Bhattacharjee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D33C29-D2A3-4472-B553-4FD25333C4A7}">
  <a:tblStyle styleId="{EED33C29-D2A3-4472-B553-4FD25333C4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48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1-06T14:51:11.235" idx="1">
    <p:pos x="6000" y="0"/>
    <p:text>Plot 1: A Mann–Whitney U test showed a small but noticeable difference in UPDRS scores between male and female Parkinson’s subjects (p = 0.049).
Male participants had slightly higher median scores, which could point to somewhat stronger motor symptoms on average.
The effect size was small (Cliff’s δ = 0.25, 95% CI [−0.01, 0.45]), meaning that although the result is statistically significant, the actual difference between the groups is modest.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9f9cc0fea8_2_3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g39f9cc0fea8_2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9f9cc0fea8_2_9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g39f9cc0fea8_2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9f9cc0fea8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g39f9cc0fea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9f9cc0fea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39f9cc0fea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9f9cc0fea8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9f9cc0fea8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a0b820f27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3a0b820f27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9f9cc0fea8_2_9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g39f9cc0fea8_2_9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bild">
  <p:cSld name="Titelbild">
    <p:bg>
      <p:bgPr>
        <a:solidFill>
          <a:schemeClr val="dk2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0" y="1221581"/>
            <a:ext cx="9144000" cy="3921919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405000" tIns="89100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>
            <a:spLocks noGrp="1"/>
          </p:cNvSpPr>
          <p:nvPr>
            <p:ph type="pic" idx="2"/>
          </p:nvPr>
        </p:nvSpPr>
        <p:spPr>
          <a:xfrm>
            <a:off x="0" y="1221581"/>
            <a:ext cx="9144000" cy="392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390122" y="2185298"/>
            <a:ext cx="3734629" cy="772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4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96" name="Google Shape;96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7" name="Google Shape;97;p14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99" name="Google Shape;99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0" name="Google Shape;100;p1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102" name="Google Shape;102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105" name="Google Shape;105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6" name="Google Shape;106;p1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107" name="Google Shape;107;p14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108" name="Google Shape;108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9" name="Google Shape;109;p14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110" name="Google Shape;110;p14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111" name="Google Shape;111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12" name="Google Shape;112;p14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113" name="Google Shape;113;p14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114" name="Google Shape;114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15" name="Google Shape;115;p14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116" name="Google Shape;116;p14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117" name="Google Shape;117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18" name="Google Shape;118;p14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119" name="Google Shape;119;p14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120" name="Google Shape;120;p14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1" name="Google Shape;121;p14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122" name="Google Shape;122;p14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23" name="Google Shape;123;p14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124" name="Google Shape;124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5" name="Google Shape;125;p14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126" name="Google Shape;126;p14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127" name="Google Shape;127;p14"/>
            <p:cNvSpPr/>
            <p:nvPr/>
          </p:nvSpPr>
          <p:spPr>
            <a:xfrm>
              <a:off x="519935" y="300420"/>
              <a:ext cx="78213" cy="124372"/>
            </a:xfrm>
            <a:custGeom>
              <a:avLst/>
              <a:gdLst/>
              <a:ahLst/>
              <a:cxnLst/>
              <a:rect l="l" t="t" r="r" b="b"/>
              <a:pathLst>
                <a:path w="232409" h="369569" extrusionOk="0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610329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679247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725086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825417" y="293688"/>
              <a:ext cx="83663" cy="133347"/>
            </a:xfrm>
            <a:custGeom>
              <a:avLst/>
              <a:gdLst/>
              <a:ahLst/>
              <a:cxnLst/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936967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1005565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1052044" y="332474"/>
              <a:ext cx="75649" cy="94240"/>
            </a:xfrm>
            <a:custGeom>
              <a:avLst/>
              <a:gdLst/>
              <a:ahLst/>
              <a:cxnLst/>
              <a:rect l="l" t="t" r="r" b="b"/>
              <a:pathLst>
                <a:path w="224789" h="280034" extrusionOk="0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1145644" y="293688"/>
              <a:ext cx="77252" cy="131103"/>
            </a:xfrm>
            <a:custGeom>
              <a:avLst/>
              <a:gdLst/>
              <a:ahLst/>
              <a:cxnLst/>
              <a:rect l="l" t="t" r="r" b="b"/>
              <a:pathLst>
                <a:path w="229552" h="389572" extrusionOk="0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1246937" y="359721"/>
              <a:ext cx="43915" cy="19874"/>
            </a:xfrm>
            <a:custGeom>
              <a:avLst/>
              <a:gdLst/>
              <a:ahLst/>
              <a:cxnLst/>
              <a:rect l="l" t="t" r="r" b="b"/>
              <a:pathLst>
                <a:path w="130492" h="59055" extrusionOk="0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1302071" y="300420"/>
              <a:ext cx="115397" cy="124051"/>
            </a:xfrm>
            <a:custGeom>
              <a:avLst/>
              <a:gdLst/>
              <a:ahLst/>
              <a:cxnLst/>
              <a:rect l="l" t="t" r="r" b="b"/>
              <a:pathLst>
                <a:path w="342900" h="368617" extrusionOk="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1436060" y="293688"/>
              <a:ext cx="20835" cy="130783"/>
            </a:xfrm>
            <a:custGeom>
              <a:avLst/>
              <a:gdLst/>
              <a:ahLst/>
              <a:cxnLst/>
              <a:rect l="l" t="t" r="r" b="b"/>
              <a:pathLst>
                <a:path w="61912" h="388620" extrusionOk="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1479334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1572613" y="334718"/>
              <a:ext cx="85906" cy="89753"/>
            </a:xfrm>
            <a:custGeom>
              <a:avLst/>
              <a:gdLst/>
              <a:ahLst/>
              <a:cxnLst/>
              <a:rect l="l" t="t" r="r" b="b"/>
              <a:pathLst>
                <a:path w="255269" h="266700" extrusionOk="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1669733" y="332795"/>
              <a:ext cx="75975" cy="93920"/>
            </a:xfrm>
            <a:custGeom>
              <a:avLst/>
              <a:gdLst/>
              <a:ahLst/>
              <a:cxnLst/>
              <a:rect l="l" t="t" r="r" b="b"/>
              <a:pathLst>
                <a:path w="225759" h="279082" extrusionOk="0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1772314" y="332795"/>
              <a:ext cx="77252" cy="91997"/>
            </a:xfrm>
            <a:custGeom>
              <a:avLst/>
              <a:gdLst/>
              <a:ahLst/>
              <a:cxnLst/>
              <a:rect l="l" t="t" r="r" b="b"/>
              <a:pathLst>
                <a:path w="229552" h="273367" extrusionOk="0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1871684" y="293688"/>
              <a:ext cx="83663" cy="133347"/>
            </a:xfrm>
            <a:custGeom>
              <a:avLst/>
              <a:gdLst/>
              <a:ahLst/>
              <a:cxnLst/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1978106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2083566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2150561" y="359721"/>
              <a:ext cx="43915" cy="19874"/>
            </a:xfrm>
            <a:custGeom>
              <a:avLst/>
              <a:gdLst/>
              <a:ahLst/>
              <a:cxnLst/>
              <a:rect l="l" t="t" r="r" b="b"/>
              <a:pathLst>
                <a:path w="130492" h="59055" extrusionOk="0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2221081" y="300420"/>
              <a:ext cx="97126" cy="126295"/>
            </a:xfrm>
            <a:custGeom>
              <a:avLst/>
              <a:gdLst/>
              <a:ahLst/>
              <a:cxnLst/>
              <a:rect l="l" t="t" r="r" b="b"/>
              <a:pathLst>
                <a:path w="288607" h="375284" extrusionOk="0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2346415" y="332795"/>
              <a:ext cx="76931" cy="91997"/>
            </a:xfrm>
            <a:custGeom>
              <a:avLst/>
              <a:gdLst/>
              <a:ahLst/>
              <a:cxnLst/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2447067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2488418" y="335039"/>
              <a:ext cx="87189" cy="89753"/>
            </a:xfrm>
            <a:custGeom>
              <a:avLst/>
              <a:gdLst/>
              <a:ahLst/>
              <a:cxnLst/>
              <a:rect l="l" t="t" r="r" b="b"/>
              <a:pathLst>
                <a:path w="259079" h="266700" extrusionOk="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2585223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2690683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19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2754472" y="332474"/>
              <a:ext cx="69238" cy="94240"/>
            </a:xfrm>
            <a:custGeom>
              <a:avLst/>
              <a:gdLst/>
              <a:ahLst/>
              <a:cxnLst/>
              <a:rect l="l" t="t" r="r" b="b"/>
              <a:pathLst>
                <a:path w="205739" h="280034" extrusionOk="0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2843264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2884935" y="306189"/>
              <a:ext cx="55775" cy="120525"/>
            </a:xfrm>
            <a:custGeom>
              <a:avLst/>
              <a:gdLst/>
              <a:ahLst/>
              <a:cxnLst/>
              <a:rect l="l" t="t" r="r" b="b"/>
              <a:pathLst>
                <a:path w="165735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2957058" y="296573"/>
              <a:ext cx="75970" cy="130142"/>
            </a:xfrm>
            <a:custGeom>
              <a:avLst/>
              <a:gdLst/>
              <a:ahLst/>
              <a:cxnLst/>
              <a:rect l="l" t="t" r="r" b="b"/>
              <a:pathLst>
                <a:path w="225742" h="386714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3049376" y="306189"/>
              <a:ext cx="55775" cy="120525"/>
            </a:xfrm>
            <a:custGeom>
              <a:avLst/>
              <a:gdLst/>
              <a:ahLst/>
              <a:cxnLst/>
              <a:rect l="l" t="t" r="r" b="b"/>
              <a:pathLst>
                <a:path w="165734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510639" y="494671"/>
              <a:ext cx="92638" cy="124051"/>
            </a:xfrm>
            <a:custGeom>
              <a:avLst/>
              <a:gdLst/>
              <a:ahLst/>
              <a:cxnLst/>
              <a:rect l="l" t="t" r="r" b="b"/>
              <a:pathLst>
                <a:path w="275272" h="368617" extrusionOk="0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603919" y="526726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703929" y="526405"/>
              <a:ext cx="75649" cy="94241"/>
            </a:xfrm>
            <a:custGeom>
              <a:avLst/>
              <a:gdLst/>
              <a:ahLst/>
              <a:cxnLst/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797850" y="487619"/>
              <a:ext cx="76931" cy="131103"/>
            </a:xfrm>
            <a:custGeom>
              <a:avLst/>
              <a:gdLst/>
              <a:ahLst/>
              <a:cxnLst/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901707" y="526726"/>
              <a:ext cx="76931" cy="91997"/>
            </a:xfrm>
            <a:custGeom>
              <a:avLst/>
              <a:gdLst/>
              <a:ahLst/>
              <a:cxnLst/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1002359" y="48890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09" extrusionOk="0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1045312" y="526405"/>
              <a:ext cx="69238" cy="94241"/>
            </a:xfrm>
            <a:custGeom>
              <a:avLst/>
              <a:gdLst/>
              <a:ahLst/>
              <a:cxnLst/>
              <a:rect l="l" t="t" r="r" b="b"/>
              <a:pathLst>
                <a:path w="205740" h="280035" extrusionOk="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1131540" y="526405"/>
              <a:ext cx="75649" cy="94241"/>
            </a:xfrm>
            <a:custGeom>
              <a:avLst/>
              <a:gdLst/>
              <a:ahLst/>
              <a:cxnLst/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1225460" y="487619"/>
              <a:ext cx="76931" cy="131103"/>
            </a:xfrm>
            <a:custGeom>
              <a:avLst/>
              <a:gdLst/>
              <a:ahLst/>
              <a:cxnLst/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1324189" y="526726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1482539" y="494671"/>
              <a:ext cx="77893" cy="124051"/>
            </a:xfrm>
            <a:custGeom>
              <a:avLst/>
              <a:gdLst/>
              <a:ahLst/>
              <a:cxnLst/>
              <a:rect l="l" t="t" r="r" b="b"/>
              <a:pathLst>
                <a:path w="231457" h="368617" extrusionOk="0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564279" y="526726"/>
              <a:ext cx="76290" cy="93920"/>
            </a:xfrm>
            <a:custGeom>
              <a:avLst/>
              <a:gdLst/>
              <a:ahLst/>
              <a:cxnLst/>
              <a:rect l="l" t="t" r="r" b="b"/>
              <a:pathLst>
                <a:path w="226694" h="279082" extrusionOk="0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1667175" y="487619"/>
              <a:ext cx="78854" cy="131103"/>
            </a:xfrm>
            <a:custGeom>
              <a:avLst/>
              <a:gdLst/>
              <a:ahLst/>
              <a:cxnLst/>
              <a:rect l="l" t="t" r="r" b="b"/>
              <a:pathLst>
                <a:path w="234314" h="389572" extrusionOk="0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1761416" y="528970"/>
              <a:ext cx="77252" cy="91997"/>
            </a:xfrm>
            <a:custGeom>
              <a:avLst/>
              <a:gdLst/>
              <a:ahLst/>
              <a:cxnLst/>
              <a:rect l="l" t="t" r="r" b="b"/>
              <a:pathLst>
                <a:path w="229552" h="273367" extrusionOk="0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865594" y="487299"/>
              <a:ext cx="20835" cy="131103"/>
            </a:xfrm>
            <a:custGeom>
              <a:avLst/>
              <a:gdLst/>
              <a:ahLst/>
              <a:cxnLst/>
              <a:rect l="l" t="t" r="r" b="b"/>
              <a:pathLst>
                <a:path w="61912" h="389572" extrusionOk="0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905021" y="500120"/>
              <a:ext cx="55775" cy="120526"/>
            </a:xfrm>
            <a:custGeom>
              <a:avLst/>
              <a:gdLst/>
              <a:ahLst/>
              <a:cxnLst/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977144" y="490504"/>
              <a:ext cx="75970" cy="130142"/>
            </a:xfrm>
            <a:custGeom>
              <a:avLst/>
              <a:gdLst/>
              <a:ahLst/>
              <a:cxnLst/>
              <a:rect l="l" t="t" r="r" b="b"/>
              <a:pathLst>
                <a:path w="225742" h="386715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2069462" y="500120"/>
              <a:ext cx="55775" cy="120526"/>
            </a:xfrm>
            <a:custGeom>
              <a:avLst/>
              <a:gdLst/>
              <a:ahLst/>
              <a:cxnLst/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14"/>
          <p:cNvSpPr/>
          <p:nvPr/>
        </p:nvSpPr>
        <p:spPr>
          <a:xfrm>
            <a:off x="7753302" y="225528"/>
            <a:ext cx="1052927" cy="401990"/>
          </a:xfrm>
          <a:custGeom>
            <a:avLst/>
            <a:gdLst/>
            <a:ahLst/>
            <a:cxnLst/>
            <a:rect l="l" t="t" r="r" b="b"/>
            <a:pathLst>
              <a:path w="1456912" h="556225" extrusionOk="0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>
            <a:spLocks noGrp="1"/>
          </p:cNvSpPr>
          <p:nvPr>
            <p:ph type="pic" idx="3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apiteltrenner">
  <p:cSld name="Kapiteltrenner">
    <p:bg>
      <p:bgPr>
        <a:solidFill>
          <a:schemeClr val="dk2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 txBox="1">
            <a:spLocks noGrp="1"/>
          </p:cNvSpPr>
          <p:nvPr>
            <p:ph type="title"/>
          </p:nvPr>
        </p:nvSpPr>
        <p:spPr>
          <a:xfrm>
            <a:off x="388739" y="2156252"/>
            <a:ext cx="836830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5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5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5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15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187" name="Google Shape;187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15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189" name="Google Shape;189;p15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190" name="Google Shape;190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91" name="Google Shape;191;p1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192" name="Google Shape;192;p15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193" name="Google Shape;193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94" name="Google Shape;194;p1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195" name="Google Shape;195;p15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196" name="Google Shape;196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97" name="Google Shape;197;p1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198" name="Google Shape;198;p15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199" name="Google Shape;199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0" name="Google Shape;200;p15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201" name="Google Shape;201;p15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202" name="Google Shape;202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3" name="Google Shape;203;p15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204" name="Google Shape;204;p15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205" name="Google Shape;205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6" name="Google Shape;206;p15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207" name="Google Shape;207;p15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208" name="Google Shape;208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9" name="Google Shape;209;p15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210" name="Google Shape;210;p15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211" name="Google Shape;211;p15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12" name="Google Shape;212;p15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213" name="Google Shape;213;p15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14" name="Google Shape;214;p15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215" name="Google Shape;215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16" name="Google Shape;216;p15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217" name="Google Shape;217;p15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218" name="Google Shape;218;p15"/>
            <p:cNvSpPr/>
            <p:nvPr/>
          </p:nvSpPr>
          <p:spPr>
            <a:xfrm>
              <a:off x="519935" y="300420"/>
              <a:ext cx="78213" cy="124372"/>
            </a:xfrm>
            <a:custGeom>
              <a:avLst/>
              <a:gdLst/>
              <a:ahLst/>
              <a:cxnLst/>
              <a:rect l="l" t="t" r="r" b="b"/>
              <a:pathLst>
                <a:path w="232409" h="369569" extrusionOk="0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610329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679247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725086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825417" y="293688"/>
              <a:ext cx="83663" cy="133347"/>
            </a:xfrm>
            <a:custGeom>
              <a:avLst/>
              <a:gdLst/>
              <a:ahLst/>
              <a:cxnLst/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936967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1005565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1052044" y="332474"/>
              <a:ext cx="75649" cy="94240"/>
            </a:xfrm>
            <a:custGeom>
              <a:avLst/>
              <a:gdLst/>
              <a:ahLst/>
              <a:cxnLst/>
              <a:rect l="l" t="t" r="r" b="b"/>
              <a:pathLst>
                <a:path w="224789" h="280034" extrusionOk="0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1145644" y="293688"/>
              <a:ext cx="77252" cy="131103"/>
            </a:xfrm>
            <a:custGeom>
              <a:avLst/>
              <a:gdLst/>
              <a:ahLst/>
              <a:cxnLst/>
              <a:rect l="l" t="t" r="r" b="b"/>
              <a:pathLst>
                <a:path w="229552" h="389572" extrusionOk="0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1246937" y="359721"/>
              <a:ext cx="43915" cy="19874"/>
            </a:xfrm>
            <a:custGeom>
              <a:avLst/>
              <a:gdLst/>
              <a:ahLst/>
              <a:cxnLst/>
              <a:rect l="l" t="t" r="r" b="b"/>
              <a:pathLst>
                <a:path w="130492" h="59055" extrusionOk="0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1302071" y="300420"/>
              <a:ext cx="115397" cy="124051"/>
            </a:xfrm>
            <a:custGeom>
              <a:avLst/>
              <a:gdLst/>
              <a:ahLst/>
              <a:cxnLst/>
              <a:rect l="l" t="t" r="r" b="b"/>
              <a:pathLst>
                <a:path w="342900" h="368617" extrusionOk="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1436060" y="293688"/>
              <a:ext cx="20835" cy="130783"/>
            </a:xfrm>
            <a:custGeom>
              <a:avLst/>
              <a:gdLst/>
              <a:ahLst/>
              <a:cxnLst/>
              <a:rect l="l" t="t" r="r" b="b"/>
              <a:pathLst>
                <a:path w="61912" h="388620" extrusionOk="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1479334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1572613" y="334718"/>
              <a:ext cx="85906" cy="89753"/>
            </a:xfrm>
            <a:custGeom>
              <a:avLst/>
              <a:gdLst/>
              <a:ahLst/>
              <a:cxnLst/>
              <a:rect l="l" t="t" r="r" b="b"/>
              <a:pathLst>
                <a:path w="255269" h="266700" extrusionOk="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1669733" y="332795"/>
              <a:ext cx="75975" cy="93920"/>
            </a:xfrm>
            <a:custGeom>
              <a:avLst/>
              <a:gdLst/>
              <a:ahLst/>
              <a:cxnLst/>
              <a:rect l="l" t="t" r="r" b="b"/>
              <a:pathLst>
                <a:path w="225759" h="279082" extrusionOk="0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1772314" y="332795"/>
              <a:ext cx="77252" cy="91997"/>
            </a:xfrm>
            <a:custGeom>
              <a:avLst/>
              <a:gdLst/>
              <a:ahLst/>
              <a:cxnLst/>
              <a:rect l="l" t="t" r="r" b="b"/>
              <a:pathLst>
                <a:path w="229552" h="273367" extrusionOk="0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1871684" y="293688"/>
              <a:ext cx="83663" cy="133347"/>
            </a:xfrm>
            <a:custGeom>
              <a:avLst/>
              <a:gdLst/>
              <a:ahLst/>
              <a:cxnLst/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1978106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2083566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2150561" y="359721"/>
              <a:ext cx="43915" cy="19874"/>
            </a:xfrm>
            <a:custGeom>
              <a:avLst/>
              <a:gdLst/>
              <a:ahLst/>
              <a:cxnLst/>
              <a:rect l="l" t="t" r="r" b="b"/>
              <a:pathLst>
                <a:path w="130492" h="59055" extrusionOk="0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2221081" y="300420"/>
              <a:ext cx="97126" cy="126295"/>
            </a:xfrm>
            <a:custGeom>
              <a:avLst/>
              <a:gdLst/>
              <a:ahLst/>
              <a:cxnLst/>
              <a:rect l="l" t="t" r="r" b="b"/>
              <a:pathLst>
                <a:path w="288607" h="375284" extrusionOk="0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2346415" y="332795"/>
              <a:ext cx="76931" cy="91997"/>
            </a:xfrm>
            <a:custGeom>
              <a:avLst/>
              <a:gdLst/>
              <a:ahLst/>
              <a:cxnLst/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2447067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2488418" y="335039"/>
              <a:ext cx="87189" cy="89753"/>
            </a:xfrm>
            <a:custGeom>
              <a:avLst/>
              <a:gdLst/>
              <a:ahLst/>
              <a:cxnLst/>
              <a:rect l="l" t="t" r="r" b="b"/>
              <a:pathLst>
                <a:path w="259079" h="266700" extrusionOk="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2585223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2690683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19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2754472" y="332474"/>
              <a:ext cx="69238" cy="94240"/>
            </a:xfrm>
            <a:custGeom>
              <a:avLst/>
              <a:gdLst/>
              <a:ahLst/>
              <a:cxnLst/>
              <a:rect l="l" t="t" r="r" b="b"/>
              <a:pathLst>
                <a:path w="205739" h="280034" extrusionOk="0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2843264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2884935" y="306189"/>
              <a:ext cx="55775" cy="120525"/>
            </a:xfrm>
            <a:custGeom>
              <a:avLst/>
              <a:gdLst/>
              <a:ahLst/>
              <a:cxnLst/>
              <a:rect l="l" t="t" r="r" b="b"/>
              <a:pathLst>
                <a:path w="165735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2957058" y="296573"/>
              <a:ext cx="75970" cy="130142"/>
            </a:xfrm>
            <a:custGeom>
              <a:avLst/>
              <a:gdLst/>
              <a:ahLst/>
              <a:cxnLst/>
              <a:rect l="l" t="t" r="r" b="b"/>
              <a:pathLst>
                <a:path w="225742" h="386714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3049376" y="306189"/>
              <a:ext cx="55775" cy="120525"/>
            </a:xfrm>
            <a:custGeom>
              <a:avLst/>
              <a:gdLst/>
              <a:ahLst/>
              <a:cxnLst/>
              <a:rect l="l" t="t" r="r" b="b"/>
              <a:pathLst>
                <a:path w="165734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510639" y="494671"/>
              <a:ext cx="92638" cy="124051"/>
            </a:xfrm>
            <a:custGeom>
              <a:avLst/>
              <a:gdLst/>
              <a:ahLst/>
              <a:cxnLst/>
              <a:rect l="l" t="t" r="r" b="b"/>
              <a:pathLst>
                <a:path w="275272" h="368617" extrusionOk="0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603919" y="526726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703929" y="526405"/>
              <a:ext cx="75649" cy="94241"/>
            </a:xfrm>
            <a:custGeom>
              <a:avLst/>
              <a:gdLst/>
              <a:ahLst/>
              <a:cxnLst/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797850" y="487619"/>
              <a:ext cx="76931" cy="131103"/>
            </a:xfrm>
            <a:custGeom>
              <a:avLst/>
              <a:gdLst/>
              <a:ahLst/>
              <a:cxnLst/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901707" y="526726"/>
              <a:ext cx="76931" cy="91997"/>
            </a:xfrm>
            <a:custGeom>
              <a:avLst/>
              <a:gdLst/>
              <a:ahLst/>
              <a:cxnLst/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1002359" y="48890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09" extrusionOk="0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1045312" y="526405"/>
              <a:ext cx="69238" cy="94241"/>
            </a:xfrm>
            <a:custGeom>
              <a:avLst/>
              <a:gdLst/>
              <a:ahLst/>
              <a:cxnLst/>
              <a:rect l="l" t="t" r="r" b="b"/>
              <a:pathLst>
                <a:path w="205740" h="280035" extrusionOk="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1131540" y="526405"/>
              <a:ext cx="75649" cy="94241"/>
            </a:xfrm>
            <a:custGeom>
              <a:avLst/>
              <a:gdLst/>
              <a:ahLst/>
              <a:cxnLst/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1225460" y="487619"/>
              <a:ext cx="76931" cy="131103"/>
            </a:xfrm>
            <a:custGeom>
              <a:avLst/>
              <a:gdLst/>
              <a:ahLst/>
              <a:cxnLst/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1324189" y="526726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1482539" y="494671"/>
              <a:ext cx="77893" cy="124051"/>
            </a:xfrm>
            <a:custGeom>
              <a:avLst/>
              <a:gdLst/>
              <a:ahLst/>
              <a:cxnLst/>
              <a:rect l="l" t="t" r="r" b="b"/>
              <a:pathLst>
                <a:path w="231457" h="368617" extrusionOk="0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1564279" y="526726"/>
              <a:ext cx="76290" cy="93920"/>
            </a:xfrm>
            <a:custGeom>
              <a:avLst/>
              <a:gdLst/>
              <a:ahLst/>
              <a:cxnLst/>
              <a:rect l="l" t="t" r="r" b="b"/>
              <a:pathLst>
                <a:path w="226694" h="279082" extrusionOk="0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1667175" y="487619"/>
              <a:ext cx="78854" cy="131103"/>
            </a:xfrm>
            <a:custGeom>
              <a:avLst/>
              <a:gdLst/>
              <a:ahLst/>
              <a:cxnLst/>
              <a:rect l="l" t="t" r="r" b="b"/>
              <a:pathLst>
                <a:path w="234314" h="389572" extrusionOk="0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1761416" y="528970"/>
              <a:ext cx="77252" cy="91997"/>
            </a:xfrm>
            <a:custGeom>
              <a:avLst/>
              <a:gdLst/>
              <a:ahLst/>
              <a:cxnLst/>
              <a:rect l="l" t="t" r="r" b="b"/>
              <a:pathLst>
                <a:path w="229552" h="273367" extrusionOk="0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1865594" y="487299"/>
              <a:ext cx="20835" cy="131103"/>
            </a:xfrm>
            <a:custGeom>
              <a:avLst/>
              <a:gdLst/>
              <a:ahLst/>
              <a:cxnLst/>
              <a:rect l="l" t="t" r="r" b="b"/>
              <a:pathLst>
                <a:path w="61912" h="389572" extrusionOk="0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1905021" y="500120"/>
              <a:ext cx="55775" cy="120526"/>
            </a:xfrm>
            <a:custGeom>
              <a:avLst/>
              <a:gdLst/>
              <a:ahLst/>
              <a:cxnLst/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1977144" y="490504"/>
              <a:ext cx="75970" cy="130142"/>
            </a:xfrm>
            <a:custGeom>
              <a:avLst/>
              <a:gdLst/>
              <a:ahLst/>
              <a:cxnLst/>
              <a:rect l="l" t="t" r="r" b="b"/>
              <a:pathLst>
                <a:path w="225742" h="386715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2069462" y="500120"/>
              <a:ext cx="55775" cy="120526"/>
            </a:xfrm>
            <a:custGeom>
              <a:avLst/>
              <a:gdLst/>
              <a:ahLst/>
              <a:cxnLst/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15"/>
          <p:cNvSpPr/>
          <p:nvPr/>
        </p:nvSpPr>
        <p:spPr>
          <a:xfrm>
            <a:off x="7704725" y="225528"/>
            <a:ext cx="1052927" cy="401990"/>
          </a:xfrm>
          <a:custGeom>
            <a:avLst/>
            <a:gdLst/>
            <a:ahLst/>
            <a:cxnLst/>
            <a:rect l="l" t="t" r="r" b="b"/>
            <a:pathLst>
              <a:path w="1456912" h="556225" extrusionOk="0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5"/>
          <p:cNvSpPr>
            <a:spLocks noGrp="1"/>
          </p:cNvSpPr>
          <p:nvPr>
            <p:ph type="pic" idx="2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r Titel | Grau">
  <p:cSld name="Nur Titel | Grau">
    <p:bg>
      <p:bgPr>
        <a:solidFill>
          <a:schemeClr val="dk2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16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6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6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6"/>
          <p:cNvSpPr txBox="1">
            <a:spLocks noGrp="1"/>
          </p:cNvSpPr>
          <p:nvPr>
            <p:ph type="body" idx="1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278" name="Google Shape;278;p16"/>
          <p:cNvSpPr/>
          <p:nvPr/>
        </p:nvSpPr>
        <p:spPr>
          <a:xfrm>
            <a:off x="7947047" y="224510"/>
            <a:ext cx="810000" cy="309246"/>
          </a:xfrm>
          <a:custGeom>
            <a:avLst/>
            <a:gdLst/>
            <a:ahLst/>
            <a:cxnLst/>
            <a:rect l="l" t="t" r="r" b="b"/>
            <a:pathLst>
              <a:path w="4797018" h="1831428" extrusionOk="0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p16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280" name="Google Shape;280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81" name="Google Shape;281;p16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282" name="Google Shape;282;p16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283" name="Google Shape;283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84" name="Google Shape;284;p1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285" name="Google Shape;285;p16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286" name="Google Shape;286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87" name="Google Shape;287;p1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288" name="Google Shape;288;p16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289" name="Google Shape;289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90" name="Google Shape;290;p1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291" name="Google Shape;291;p16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292" name="Google Shape;292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93" name="Google Shape;293;p16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294" name="Google Shape;294;p16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295" name="Google Shape;295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96" name="Google Shape;296;p16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297" name="Google Shape;297;p16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298" name="Google Shape;298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99" name="Google Shape;299;p16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300" name="Google Shape;300;p16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301" name="Google Shape;301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02" name="Google Shape;302;p16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303" name="Google Shape;303;p16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304" name="Google Shape;304;p16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05" name="Google Shape;305;p16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306" name="Google Shape;306;p16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307" name="Google Shape;307;p16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308" name="Google Shape;308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09" name="Google Shape;309;p16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sp>
        <p:nvSpPr>
          <p:cNvPr id="310" name="Google Shape;310;p16"/>
          <p:cNvSpPr>
            <a:spLocks noGrp="1"/>
          </p:cNvSpPr>
          <p:nvPr>
            <p:ph type="pic" idx="2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311" name="Google Shape;31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chlussfolie">
  <p:cSld name="Schlussfolie">
    <p:bg>
      <p:bgPr>
        <a:solidFill>
          <a:schemeClr val="dk2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"/>
          <p:cNvSpPr txBox="1">
            <a:spLocks noGrp="1"/>
          </p:cNvSpPr>
          <p:nvPr>
            <p:ph type="body" idx="1"/>
          </p:nvPr>
        </p:nvSpPr>
        <p:spPr>
          <a:xfrm>
            <a:off x="0" y="1221581"/>
            <a:ext cx="9144000" cy="3921919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405000" tIns="89100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314" name="Google Shape;314;p17"/>
          <p:cNvSpPr>
            <a:spLocks noGrp="1"/>
          </p:cNvSpPr>
          <p:nvPr>
            <p:ph type="pic" idx="2"/>
          </p:nvPr>
        </p:nvSpPr>
        <p:spPr>
          <a:xfrm>
            <a:off x="0" y="1221581"/>
            <a:ext cx="9144000" cy="392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5" name="Google Shape;315;p17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 txBox="1">
            <a:spLocks noGrp="1"/>
          </p:cNvSpPr>
          <p:nvPr>
            <p:ph type="body" idx="3"/>
          </p:nvPr>
        </p:nvSpPr>
        <p:spPr>
          <a:xfrm>
            <a:off x="388738" y="1985989"/>
            <a:ext cx="8368309" cy="1171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ctr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grpSp>
        <p:nvGrpSpPr>
          <p:cNvPr id="317" name="Google Shape;317;p17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318" name="Google Shape;318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19" name="Google Shape;319;p17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320" name="Google Shape;320;p17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321" name="Google Shape;321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22" name="Google Shape;322;p1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323" name="Google Shape;323;p17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324" name="Google Shape;324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25" name="Google Shape;325;p1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326" name="Google Shape;326;p17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327" name="Google Shape;327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28" name="Google Shape;328;p1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329" name="Google Shape;329;p17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330" name="Google Shape;330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31" name="Google Shape;331;p17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332" name="Google Shape;332;p17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333" name="Google Shape;333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34" name="Google Shape;334;p17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335" name="Google Shape;335;p17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336" name="Google Shape;336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37" name="Google Shape;337;p17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338" name="Google Shape;338;p17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339" name="Google Shape;339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40" name="Google Shape;340;p17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341" name="Google Shape;341;p17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342" name="Google Shape;342;p17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43" name="Google Shape;343;p17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344" name="Google Shape;344;p17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345" name="Google Shape;345;p17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346" name="Google Shape;346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47" name="Google Shape;347;p17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348" name="Google Shape;348;p17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349" name="Google Shape;349;p17"/>
            <p:cNvSpPr/>
            <p:nvPr/>
          </p:nvSpPr>
          <p:spPr>
            <a:xfrm>
              <a:off x="519935" y="300420"/>
              <a:ext cx="78213" cy="124372"/>
            </a:xfrm>
            <a:custGeom>
              <a:avLst/>
              <a:gdLst/>
              <a:ahLst/>
              <a:cxnLst/>
              <a:rect l="l" t="t" r="r" b="b"/>
              <a:pathLst>
                <a:path w="232409" h="369569" extrusionOk="0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610329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679247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725086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25417" y="293688"/>
              <a:ext cx="83663" cy="133347"/>
            </a:xfrm>
            <a:custGeom>
              <a:avLst/>
              <a:gdLst/>
              <a:ahLst/>
              <a:cxnLst/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936967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005565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052044" y="332474"/>
              <a:ext cx="75649" cy="94240"/>
            </a:xfrm>
            <a:custGeom>
              <a:avLst/>
              <a:gdLst/>
              <a:ahLst/>
              <a:cxnLst/>
              <a:rect l="l" t="t" r="r" b="b"/>
              <a:pathLst>
                <a:path w="224789" h="280034" extrusionOk="0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1145644" y="293688"/>
              <a:ext cx="77252" cy="131103"/>
            </a:xfrm>
            <a:custGeom>
              <a:avLst/>
              <a:gdLst/>
              <a:ahLst/>
              <a:cxnLst/>
              <a:rect l="l" t="t" r="r" b="b"/>
              <a:pathLst>
                <a:path w="229552" h="389572" extrusionOk="0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1246937" y="359721"/>
              <a:ext cx="43915" cy="19874"/>
            </a:xfrm>
            <a:custGeom>
              <a:avLst/>
              <a:gdLst/>
              <a:ahLst/>
              <a:cxnLst/>
              <a:rect l="l" t="t" r="r" b="b"/>
              <a:pathLst>
                <a:path w="130492" h="59055" extrusionOk="0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1302071" y="300420"/>
              <a:ext cx="115397" cy="124051"/>
            </a:xfrm>
            <a:custGeom>
              <a:avLst/>
              <a:gdLst/>
              <a:ahLst/>
              <a:cxnLst/>
              <a:rect l="l" t="t" r="r" b="b"/>
              <a:pathLst>
                <a:path w="342900" h="368617" extrusionOk="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436060" y="293688"/>
              <a:ext cx="20835" cy="130783"/>
            </a:xfrm>
            <a:custGeom>
              <a:avLst/>
              <a:gdLst/>
              <a:ahLst/>
              <a:cxnLst/>
              <a:rect l="l" t="t" r="r" b="b"/>
              <a:pathLst>
                <a:path w="61912" h="388620" extrusionOk="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1479334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1572613" y="334718"/>
              <a:ext cx="85906" cy="89753"/>
            </a:xfrm>
            <a:custGeom>
              <a:avLst/>
              <a:gdLst/>
              <a:ahLst/>
              <a:cxnLst/>
              <a:rect l="l" t="t" r="r" b="b"/>
              <a:pathLst>
                <a:path w="255269" h="266700" extrusionOk="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1669733" y="332795"/>
              <a:ext cx="75975" cy="93920"/>
            </a:xfrm>
            <a:custGeom>
              <a:avLst/>
              <a:gdLst/>
              <a:ahLst/>
              <a:cxnLst/>
              <a:rect l="l" t="t" r="r" b="b"/>
              <a:pathLst>
                <a:path w="225759" h="279082" extrusionOk="0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1772314" y="332795"/>
              <a:ext cx="77252" cy="91997"/>
            </a:xfrm>
            <a:custGeom>
              <a:avLst/>
              <a:gdLst/>
              <a:ahLst/>
              <a:cxnLst/>
              <a:rect l="l" t="t" r="r" b="b"/>
              <a:pathLst>
                <a:path w="229552" h="273367" extrusionOk="0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871684" y="293688"/>
              <a:ext cx="83663" cy="133347"/>
            </a:xfrm>
            <a:custGeom>
              <a:avLst/>
              <a:gdLst/>
              <a:ahLst/>
              <a:cxnLst/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1978106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2083566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2150561" y="359721"/>
              <a:ext cx="43915" cy="19874"/>
            </a:xfrm>
            <a:custGeom>
              <a:avLst/>
              <a:gdLst/>
              <a:ahLst/>
              <a:cxnLst/>
              <a:rect l="l" t="t" r="r" b="b"/>
              <a:pathLst>
                <a:path w="130492" h="59055" extrusionOk="0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7"/>
            <p:cNvSpPr/>
            <p:nvPr/>
          </p:nvSpPr>
          <p:spPr>
            <a:xfrm>
              <a:off x="2221081" y="300420"/>
              <a:ext cx="97126" cy="126295"/>
            </a:xfrm>
            <a:custGeom>
              <a:avLst/>
              <a:gdLst/>
              <a:ahLst/>
              <a:cxnLst/>
              <a:rect l="l" t="t" r="r" b="b"/>
              <a:pathLst>
                <a:path w="288607" h="375284" extrusionOk="0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2346415" y="332795"/>
              <a:ext cx="76931" cy="91997"/>
            </a:xfrm>
            <a:custGeom>
              <a:avLst/>
              <a:gdLst/>
              <a:ahLst/>
              <a:cxnLst/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7"/>
            <p:cNvSpPr/>
            <p:nvPr/>
          </p:nvSpPr>
          <p:spPr>
            <a:xfrm>
              <a:off x="2447067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2488418" y="335039"/>
              <a:ext cx="87189" cy="89753"/>
            </a:xfrm>
            <a:custGeom>
              <a:avLst/>
              <a:gdLst/>
              <a:ahLst/>
              <a:cxnLst/>
              <a:rect l="l" t="t" r="r" b="b"/>
              <a:pathLst>
                <a:path w="259079" h="266700" extrusionOk="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7"/>
            <p:cNvSpPr/>
            <p:nvPr/>
          </p:nvSpPr>
          <p:spPr>
            <a:xfrm>
              <a:off x="2585223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7"/>
            <p:cNvSpPr/>
            <p:nvPr/>
          </p:nvSpPr>
          <p:spPr>
            <a:xfrm>
              <a:off x="2690683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19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2754472" y="332474"/>
              <a:ext cx="69238" cy="94240"/>
            </a:xfrm>
            <a:custGeom>
              <a:avLst/>
              <a:gdLst/>
              <a:ahLst/>
              <a:cxnLst/>
              <a:rect l="l" t="t" r="r" b="b"/>
              <a:pathLst>
                <a:path w="205739" h="280034" extrusionOk="0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2843264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7"/>
            <p:cNvSpPr/>
            <p:nvPr/>
          </p:nvSpPr>
          <p:spPr>
            <a:xfrm>
              <a:off x="2884935" y="306189"/>
              <a:ext cx="55775" cy="120525"/>
            </a:xfrm>
            <a:custGeom>
              <a:avLst/>
              <a:gdLst/>
              <a:ahLst/>
              <a:cxnLst/>
              <a:rect l="l" t="t" r="r" b="b"/>
              <a:pathLst>
                <a:path w="165735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7"/>
            <p:cNvSpPr/>
            <p:nvPr/>
          </p:nvSpPr>
          <p:spPr>
            <a:xfrm>
              <a:off x="2957058" y="296573"/>
              <a:ext cx="75970" cy="130142"/>
            </a:xfrm>
            <a:custGeom>
              <a:avLst/>
              <a:gdLst/>
              <a:ahLst/>
              <a:cxnLst/>
              <a:rect l="l" t="t" r="r" b="b"/>
              <a:pathLst>
                <a:path w="225742" h="386714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3049376" y="306189"/>
              <a:ext cx="55775" cy="120525"/>
            </a:xfrm>
            <a:custGeom>
              <a:avLst/>
              <a:gdLst/>
              <a:ahLst/>
              <a:cxnLst/>
              <a:rect l="l" t="t" r="r" b="b"/>
              <a:pathLst>
                <a:path w="165734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510639" y="494671"/>
              <a:ext cx="92638" cy="124051"/>
            </a:xfrm>
            <a:custGeom>
              <a:avLst/>
              <a:gdLst/>
              <a:ahLst/>
              <a:cxnLst/>
              <a:rect l="l" t="t" r="r" b="b"/>
              <a:pathLst>
                <a:path w="275272" h="368617" extrusionOk="0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603919" y="526726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703929" y="526405"/>
              <a:ext cx="75649" cy="94241"/>
            </a:xfrm>
            <a:custGeom>
              <a:avLst/>
              <a:gdLst/>
              <a:ahLst/>
              <a:cxnLst/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797850" y="487619"/>
              <a:ext cx="76931" cy="131103"/>
            </a:xfrm>
            <a:custGeom>
              <a:avLst/>
              <a:gdLst/>
              <a:ahLst/>
              <a:cxnLst/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901707" y="526726"/>
              <a:ext cx="76931" cy="91997"/>
            </a:xfrm>
            <a:custGeom>
              <a:avLst/>
              <a:gdLst/>
              <a:ahLst/>
              <a:cxnLst/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7"/>
            <p:cNvSpPr/>
            <p:nvPr/>
          </p:nvSpPr>
          <p:spPr>
            <a:xfrm>
              <a:off x="1002359" y="48890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09" extrusionOk="0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7"/>
            <p:cNvSpPr/>
            <p:nvPr/>
          </p:nvSpPr>
          <p:spPr>
            <a:xfrm>
              <a:off x="1045312" y="526405"/>
              <a:ext cx="69238" cy="94241"/>
            </a:xfrm>
            <a:custGeom>
              <a:avLst/>
              <a:gdLst/>
              <a:ahLst/>
              <a:cxnLst/>
              <a:rect l="l" t="t" r="r" b="b"/>
              <a:pathLst>
                <a:path w="205740" h="280035" extrusionOk="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7"/>
            <p:cNvSpPr/>
            <p:nvPr/>
          </p:nvSpPr>
          <p:spPr>
            <a:xfrm>
              <a:off x="1131540" y="526405"/>
              <a:ext cx="75649" cy="94241"/>
            </a:xfrm>
            <a:custGeom>
              <a:avLst/>
              <a:gdLst/>
              <a:ahLst/>
              <a:cxnLst/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7"/>
            <p:cNvSpPr/>
            <p:nvPr/>
          </p:nvSpPr>
          <p:spPr>
            <a:xfrm>
              <a:off x="1225460" y="487619"/>
              <a:ext cx="76931" cy="131103"/>
            </a:xfrm>
            <a:custGeom>
              <a:avLst/>
              <a:gdLst/>
              <a:ahLst/>
              <a:cxnLst/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7"/>
            <p:cNvSpPr/>
            <p:nvPr/>
          </p:nvSpPr>
          <p:spPr>
            <a:xfrm>
              <a:off x="1324189" y="526726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7"/>
            <p:cNvSpPr/>
            <p:nvPr/>
          </p:nvSpPr>
          <p:spPr>
            <a:xfrm>
              <a:off x="1482539" y="494671"/>
              <a:ext cx="77893" cy="124051"/>
            </a:xfrm>
            <a:custGeom>
              <a:avLst/>
              <a:gdLst/>
              <a:ahLst/>
              <a:cxnLst/>
              <a:rect l="l" t="t" r="r" b="b"/>
              <a:pathLst>
                <a:path w="231457" h="368617" extrusionOk="0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7"/>
            <p:cNvSpPr/>
            <p:nvPr/>
          </p:nvSpPr>
          <p:spPr>
            <a:xfrm>
              <a:off x="1564279" y="526726"/>
              <a:ext cx="76290" cy="93920"/>
            </a:xfrm>
            <a:custGeom>
              <a:avLst/>
              <a:gdLst/>
              <a:ahLst/>
              <a:cxnLst/>
              <a:rect l="l" t="t" r="r" b="b"/>
              <a:pathLst>
                <a:path w="226694" h="279082" extrusionOk="0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1667175" y="487619"/>
              <a:ext cx="78854" cy="131103"/>
            </a:xfrm>
            <a:custGeom>
              <a:avLst/>
              <a:gdLst/>
              <a:ahLst/>
              <a:cxnLst/>
              <a:rect l="l" t="t" r="r" b="b"/>
              <a:pathLst>
                <a:path w="234314" h="389572" extrusionOk="0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1761416" y="528970"/>
              <a:ext cx="77252" cy="91997"/>
            </a:xfrm>
            <a:custGeom>
              <a:avLst/>
              <a:gdLst/>
              <a:ahLst/>
              <a:cxnLst/>
              <a:rect l="l" t="t" r="r" b="b"/>
              <a:pathLst>
                <a:path w="229552" h="273367" extrusionOk="0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1865594" y="487299"/>
              <a:ext cx="20835" cy="131103"/>
            </a:xfrm>
            <a:custGeom>
              <a:avLst/>
              <a:gdLst/>
              <a:ahLst/>
              <a:cxnLst/>
              <a:rect l="l" t="t" r="r" b="b"/>
              <a:pathLst>
                <a:path w="61912" h="389572" extrusionOk="0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1905021" y="500120"/>
              <a:ext cx="55775" cy="120526"/>
            </a:xfrm>
            <a:custGeom>
              <a:avLst/>
              <a:gdLst/>
              <a:ahLst/>
              <a:cxnLst/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7"/>
            <p:cNvSpPr/>
            <p:nvPr/>
          </p:nvSpPr>
          <p:spPr>
            <a:xfrm>
              <a:off x="1977144" y="490504"/>
              <a:ext cx="75970" cy="130142"/>
            </a:xfrm>
            <a:custGeom>
              <a:avLst/>
              <a:gdLst/>
              <a:ahLst/>
              <a:cxnLst/>
              <a:rect l="l" t="t" r="r" b="b"/>
              <a:pathLst>
                <a:path w="225742" h="386715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7"/>
            <p:cNvSpPr/>
            <p:nvPr/>
          </p:nvSpPr>
          <p:spPr>
            <a:xfrm>
              <a:off x="2069462" y="500120"/>
              <a:ext cx="55775" cy="120526"/>
            </a:xfrm>
            <a:custGeom>
              <a:avLst/>
              <a:gdLst/>
              <a:ahLst/>
              <a:cxnLst/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8" name="Google Shape;398;p17"/>
          <p:cNvSpPr/>
          <p:nvPr/>
        </p:nvSpPr>
        <p:spPr>
          <a:xfrm>
            <a:off x="7704725" y="225528"/>
            <a:ext cx="1052927" cy="401990"/>
          </a:xfrm>
          <a:custGeom>
            <a:avLst/>
            <a:gdLst/>
            <a:ahLst/>
            <a:cxnLst/>
            <a:rect l="l" t="t" r="r" b="b"/>
            <a:pathLst>
              <a:path w="1456912" h="556225" extrusionOk="0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7"/>
          <p:cNvSpPr>
            <a:spLocks noGrp="1"/>
          </p:cNvSpPr>
          <p:nvPr>
            <p:ph type="pic" idx="4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19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19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445" name="Google Shape;445;p19"/>
          <p:cNvSpPr txBox="1">
            <a:spLocks noGrp="1"/>
          </p:cNvSpPr>
          <p:nvPr>
            <p:ph type="body" idx="1"/>
          </p:nvPr>
        </p:nvSpPr>
        <p:spPr>
          <a:xfrm>
            <a:off x="711045" y="1766033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46" name="Google Shape;446;p19"/>
          <p:cNvSpPr txBox="1">
            <a:spLocks noGrp="1"/>
          </p:cNvSpPr>
          <p:nvPr>
            <p:ph type="body" idx="2"/>
          </p:nvPr>
        </p:nvSpPr>
        <p:spPr>
          <a:xfrm>
            <a:off x="388739" y="1766033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47" name="Google Shape;447;p19"/>
          <p:cNvSpPr txBox="1">
            <a:spLocks noGrp="1"/>
          </p:cNvSpPr>
          <p:nvPr>
            <p:ph type="body" idx="3"/>
          </p:nvPr>
        </p:nvSpPr>
        <p:spPr>
          <a:xfrm>
            <a:off x="711045" y="3394032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48" name="Google Shape;448;p19"/>
          <p:cNvSpPr txBox="1">
            <a:spLocks noGrp="1"/>
          </p:cNvSpPr>
          <p:nvPr>
            <p:ph type="body" idx="4"/>
          </p:nvPr>
        </p:nvSpPr>
        <p:spPr>
          <a:xfrm>
            <a:off x="388739" y="3394032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49" name="Google Shape;449;p19"/>
          <p:cNvSpPr txBox="1">
            <a:spLocks noGrp="1"/>
          </p:cNvSpPr>
          <p:nvPr>
            <p:ph type="body" idx="5"/>
          </p:nvPr>
        </p:nvSpPr>
        <p:spPr>
          <a:xfrm>
            <a:off x="711045" y="2308700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50" name="Google Shape;450;p19"/>
          <p:cNvSpPr txBox="1">
            <a:spLocks noGrp="1"/>
          </p:cNvSpPr>
          <p:nvPr>
            <p:ph type="body" idx="6"/>
          </p:nvPr>
        </p:nvSpPr>
        <p:spPr>
          <a:xfrm>
            <a:off x="388739" y="2308700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51" name="Google Shape;451;p19"/>
          <p:cNvSpPr txBox="1">
            <a:spLocks noGrp="1"/>
          </p:cNvSpPr>
          <p:nvPr>
            <p:ph type="body" idx="7"/>
          </p:nvPr>
        </p:nvSpPr>
        <p:spPr>
          <a:xfrm>
            <a:off x="711045" y="2851366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52" name="Google Shape;452;p19"/>
          <p:cNvSpPr txBox="1">
            <a:spLocks noGrp="1"/>
          </p:cNvSpPr>
          <p:nvPr>
            <p:ph type="body" idx="8"/>
          </p:nvPr>
        </p:nvSpPr>
        <p:spPr>
          <a:xfrm>
            <a:off x="388739" y="2851366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53" name="Google Shape;453;p19"/>
          <p:cNvSpPr txBox="1">
            <a:spLocks noGrp="1"/>
          </p:cNvSpPr>
          <p:nvPr>
            <p:ph type="body" idx="9"/>
          </p:nvPr>
        </p:nvSpPr>
        <p:spPr>
          <a:xfrm>
            <a:off x="711045" y="3936698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54" name="Google Shape;454;p19"/>
          <p:cNvSpPr txBox="1">
            <a:spLocks noGrp="1"/>
          </p:cNvSpPr>
          <p:nvPr>
            <p:ph type="body" idx="13"/>
          </p:nvPr>
        </p:nvSpPr>
        <p:spPr>
          <a:xfrm>
            <a:off x="388739" y="3936698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55" name="Google Shape;455;p19"/>
          <p:cNvSpPr txBox="1">
            <a:spLocks noGrp="1"/>
          </p:cNvSpPr>
          <p:nvPr>
            <p:ph type="body" idx="14"/>
          </p:nvPr>
        </p:nvSpPr>
        <p:spPr>
          <a:xfrm>
            <a:off x="4977142" y="1224138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56" name="Google Shape;456;p19"/>
          <p:cNvSpPr txBox="1">
            <a:spLocks noGrp="1"/>
          </p:cNvSpPr>
          <p:nvPr>
            <p:ph type="body" idx="15"/>
          </p:nvPr>
        </p:nvSpPr>
        <p:spPr>
          <a:xfrm>
            <a:off x="4654749" y="1224138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57" name="Google Shape;457;p19"/>
          <p:cNvSpPr txBox="1">
            <a:spLocks noGrp="1"/>
          </p:cNvSpPr>
          <p:nvPr>
            <p:ph type="body" idx="16"/>
          </p:nvPr>
        </p:nvSpPr>
        <p:spPr>
          <a:xfrm>
            <a:off x="4977142" y="1766650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58" name="Google Shape;458;p19"/>
          <p:cNvSpPr txBox="1">
            <a:spLocks noGrp="1"/>
          </p:cNvSpPr>
          <p:nvPr>
            <p:ph type="body" idx="17"/>
          </p:nvPr>
        </p:nvSpPr>
        <p:spPr>
          <a:xfrm>
            <a:off x="4654749" y="1766650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59" name="Google Shape;459;p19"/>
          <p:cNvSpPr txBox="1">
            <a:spLocks noGrp="1"/>
          </p:cNvSpPr>
          <p:nvPr>
            <p:ph type="body" idx="18"/>
          </p:nvPr>
        </p:nvSpPr>
        <p:spPr>
          <a:xfrm>
            <a:off x="4977142" y="3394185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60" name="Google Shape;460;p19"/>
          <p:cNvSpPr txBox="1">
            <a:spLocks noGrp="1"/>
          </p:cNvSpPr>
          <p:nvPr>
            <p:ph type="body" idx="19"/>
          </p:nvPr>
        </p:nvSpPr>
        <p:spPr>
          <a:xfrm>
            <a:off x="4654749" y="3394185"/>
            <a:ext cx="23088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61" name="Google Shape;461;p19"/>
          <p:cNvSpPr txBox="1">
            <a:spLocks noGrp="1"/>
          </p:cNvSpPr>
          <p:nvPr>
            <p:ph type="body" idx="20"/>
          </p:nvPr>
        </p:nvSpPr>
        <p:spPr>
          <a:xfrm>
            <a:off x="4977142" y="2309162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62" name="Google Shape;462;p19"/>
          <p:cNvSpPr txBox="1">
            <a:spLocks noGrp="1"/>
          </p:cNvSpPr>
          <p:nvPr>
            <p:ph type="body" idx="21"/>
          </p:nvPr>
        </p:nvSpPr>
        <p:spPr>
          <a:xfrm>
            <a:off x="4654749" y="2309162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63" name="Google Shape;463;p19"/>
          <p:cNvSpPr txBox="1">
            <a:spLocks noGrp="1"/>
          </p:cNvSpPr>
          <p:nvPr>
            <p:ph type="body" idx="22"/>
          </p:nvPr>
        </p:nvSpPr>
        <p:spPr>
          <a:xfrm>
            <a:off x="4977142" y="2851673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64" name="Google Shape;464;p19"/>
          <p:cNvSpPr txBox="1">
            <a:spLocks noGrp="1"/>
          </p:cNvSpPr>
          <p:nvPr>
            <p:ph type="body" idx="23"/>
          </p:nvPr>
        </p:nvSpPr>
        <p:spPr>
          <a:xfrm>
            <a:off x="4654749" y="2851673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65" name="Google Shape;465;p19"/>
          <p:cNvSpPr txBox="1">
            <a:spLocks noGrp="1"/>
          </p:cNvSpPr>
          <p:nvPr>
            <p:ph type="body" idx="24"/>
          </p:nvPr>
        </p:nvSpPr>
        <p:spPr>
          <a:xfrm>
            <a:off x="4977142" y="3936698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66" name="Google Shape;466;p19"/>
          <p:cNvSpPr txBox="1">
            <a:spLocks noGrp="1"/>
          </p:cNvSpPr>
          <p:nvPr>
            <p:ph type="body" idx="25"/>
          </p:nvPr>
        </p:nvSpPr>
        <p:spPr>
          <a:xfrm>
            <a:off x="4654749" y="3936698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67" name="Google Shape;467;p19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9"/>
          <p:cNvSpPr txBox="1">
            <a:spLocks noGrp="1"/>
          </p:cNvSpPr>
          <p:nvPr>
            <p:ph type="body" idx="26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body" idx="27"/>
          </p:nvPr>
        </p:nvSpPr>
        <p:spPr>
          <a:xfrm>
            <a:off x="711045" y="1223367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body" idx="28"/>
          </p:nvPr>
        </p:nvSpPr>
        <p:spPr>
          <a:xfrm>
            <a:off x="388739" y="1223367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71" name="Google Shape;471;p19"/>
          <p:cNvSpPr>
            <a:spLocks noGrp="1"/>
          </p:cNvSpPr>
          <p:nvPr>
            <p:ph type="pic" idx="29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472" name="Google Shape;472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folie">
  <p:cSld name="Textfolie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0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20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20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477" name="Google Shape;477;p20"/>
          <p:cNvSpPr txBox="1">
            <a:spLocks noGrp="1"/>
          </p:cNvSpPr>
          <p:nvPr>
            <p:ph type="body" idx="1"/>
          </p:nvPr>
        </p:nvSpPr>
        <p:spPr>
          <a:xfrm>
            <a:off x="388738" y="1223367"/>
            <a:ext cx="8368309" cy="342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78" name="Google Shape;478;p20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20"/>
          <p:cNvSpPr txBox="1">
            <a:spLocks noGrp="1"/>
          </p:cNvSpPr>
          <p:nvPr>
            <p:ph type="body" idx="2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80" name="Google Shape;480;p20"/>
          <p:cNvSpPr>
            <a:spLocks noGrp="1"/>
          </p:cNvSpPr>
          <p:nvPr>
            <p:ph type="pic" idx="3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481" name="Google Shape;48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folie | zweispaltig">
  <p:cSld name="Textfolie | zweispaltig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1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21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21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486" name="Google Shape;486;p21"/>
          <p:cNvSpPr txBox="1">
            <a:spLocks noGrp="1"/>
          </p:cNvSpPr>
          <p:nvPr>
            <p:ph type="body" idx="1"/>
          </p:nvPr>
        </p:nvSpPr>
        <p:spPr>
          <a:xfrm>
            <a:off x="388739" y="1223367"/>
            <a:ext cx="4102299" cy="342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87" name="Google Shape;487;p21"/>
          <p:cNvSpPr txBox="1">
            <a:spLocks noGrp="1"/>
          </p:cNvSpPr>
          <p:nvPr>
            <p:ph type="body" idx="2"/>
          </p:nvPr>
        </p:nvSpPr>
        <p:spPr>
          <a:xfrm>
            <a:off x="4654747" y="1223367"/>
            <a:ext cx="4102299" cy="342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88" name="Google Shape;488;p21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21"/>
          <p:cNvSpPr txBox="1">
            <a:spLocks noGrp="1"/>
          </p:cNvSpPr>
          <p:nvPr>
            <p:ph type="body" idx="3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90" name="Google Shape;490;p21"/>
          <p:cNvSpPr>
            <a:spLocks noGrp="1"/>
          </p:cNvSpPr>
          <p:nvPr>
            <p:ph type="pic" idx="4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491" name="Google Shape;491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folie | dreispaltig">
  <p:cSld name="Textfolie | dreispaltig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2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22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22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496" name="Google Shape;496;p22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2"/>
          <p:cNvSpPr txBox="1">
            <a:spLocks noGrp="1"/>
          </p:cNvSpPr>
          <p:nvPr>
            <p:ph type="body" idx="1"/>
          </p:nvPr>
        </p:nvSpPr>
        <p:spPr>
          <a:xfrm>
            <a:off x="388739" y="1223368"/>
            <a:ext cx="2676616" cy="342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98" name="Google Shape;498;p22"/>
          <p:cNvSpPr txBox="1">
            <a:spLocks noGrp="1"/>
          </p:cNvSpPr>
          <p:nvPr>
            <p:ph type="body" idx="2"/>
          </p:nvPr>
        </p:nvSpPr>
        <p:spPr>
          <a:xfrm>
            <a:off x="6080432" y="1223368"/>
            <a:ext cx="2676616" cy="342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499" name="Google Shape;499;p22"/>
          <p:cNvSpPr txBox="1">
            <a:spLocks noGrp="1"/>
          </p:cNvSpPr>
          <p:nvPr>
            <p:ph type="body" idx="3"/>
          </p:nvPr>
        </p:nvSpPr>
        <p:spPr>
          <a:xfrm>
            <a:off x="3234585" y="1223368"/>
            <a:ext cx="2676616" cy="342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00" name="Google Shape;500;p22"/>
          <p:cNvSpPr txBox="1">
            <a:spLocks noGrp="1"/>
          </p:cNvSpPr>
          <p:nvPr>
            <p:ph type="body" idx="4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01" name="Google Shape;501;p22"/>
          <p:cNvSpPr>
            <a:spLocks noGrp="1"/>
          </p:cNvSpPr>
          <p:nvPr>
            <p:ph type="pic" idx="5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02" name="Google Shape;50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- Bildfolie">
  <p:cSld name="Text- Bildfolie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3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23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23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507" name="Google Shape;507;p23"/>
          <p:cNvSpPr txBox="1">
            <a:spLocks noGrp="1"/>
          </p:cNvSpPr>
          <p:nvPr>
            <p:ph type="body" idx="1"/>
          </p:nvPr>
        </p:nvSpPr>
        <p:spPr>
          <a:xfrm>
            <a:off x="388739" y="1223367"/>
            <a:ext cx="4102299" cy="342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08" name="Google Shape;508;p23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09" name="Google Shape;509;p23"/>
          <p:cNvSpPr>
            <a:spLocks noGrp="1"/>
          </p:cNvSpPr>
          <p:nvPr>
            <p:ph type="pic" idx="2"/>
          </p:nvPr>
        </p:nvSpPr>
        <p:spPr>
          <a:xfrm>
            <a:off x="4654747" y="1223366"/>
            <a:ext cx="4102299" cy="34272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0" name="Google Shape;510;p23"/>
          <p:cNvSpPr txBox="1">
            <a:spLocks noGrp="1"/>
          </p:cNvSpPr>
          <p:nvPr>
            <p:ph type="body" idx="3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11" name="Google Shape;511;p23"/>
          <p:cNvSpPr>
            <a:spLocks noGrp="1"/>
          </p:cNvSpPr>
          <p:nvPr>
            <p:ph type="pic" idx="4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12" name="Google Shape;51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- Textfolie">
  <p:cSld name="Bild- Textfolie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4"/>
          <p:cNvSpPr>
            <a:spLocks noGrp="1"/>
          </p:cNvSpPr>
          <p:nvPr>
            <p:ph type="pic" idx="2"/>
          </p:nvPr>
        </p:nvSpPr>
        <p:spPr>
          <a:xfrm>
            <a:off x="388739" y="1223366"/>
            <a:ext cx="4102299" cy="34272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5" name="Google Shape;515;p24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6" name="Google Shape;516;p24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7" name="Google Shape;517;p24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518" name="Google Shape;518;p24"/>
          <p:cNvSpPr txBox="1">
            <a:spLocks noGrp="1"/>
          </p:cNvSpPr>
          <p:nvPr>
            <p:ph type="body" idx="1"/>
          </p:nvPr>
        </p:nvSpPr>
        <p:spPr>
          <a:xfrm>
            <a:off x="4654748" y="1223367"/>
            <a:ext cx="4102299" cy="342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19" name="Google Shape;519;p24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24"/>
          <p:cNvSpPr txBox="1">
            <a:spLocks noGrp="1"/>
          </p:cNvSpPr>
          <p:nvPr>
            <p:ph type="body" idx="3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21" name="Google Shape;521;p24"/>
          <p:cNvSpPr>
            <a:spLocks noGrp="1"/>
          </p:cNvSpPr>
          <p:nvPr>
            <p:ph type="pic" idx="4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22" name="Google Shape;52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ldfolie | mit Störer">
  <p:cSld name="Bildfolie | mit Störer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5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25" name="Google Shape;525;p25"/>
          <p:cNvSpPr txBox="1">
            <a:spLocks noGrp="1"/>
          </p:cNvSpPr>
          <p:nvPr>
            <p:ph type="body" idx="1"/>
          </p:nvPr>
        </p:nvSpPr>
        <p:spPr>
          <a:xfrm>
            <a:off x="388739" y="2573536"/>
            <a:ext cx="2678400" cy="20770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35000" tIns="135000" rIns="270000" bIns="1350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grpSp>
        <p:nvGrpSpPr>
          <p:cNvPr id="526" name="Google Shape;526;p25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527" name="Google Shape;527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28" name="Google Shape;528;p25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529" name="Google Shape;529;p25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530" name="Google Shape;530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31" name="Google Shape;531;p2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532" name="Google Shape;532;p25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533" name="Google Shape;533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34" name="Google Shape;534;p2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535" name="Google Shape;535;p25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536" name="Google Shape;536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37" name="Google Shape;537;p2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538" name="Google Shape;538;p25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539" name="Google Shape;539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40" name="Google Shape;540;p25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541" name="Google Shape;541;p25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542" name="Google Shape;542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43" name="Google Shape;543;p25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544" name="Google Shape;544;p25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545" name="Google Shape;545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46" name="Google Shape;546;p25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547" name="Google Shape;547;p25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548" name="Google Shape;548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49" name="Google Shape;549;p25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550" name="Google Shape;550;p25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551" name="Google Shape;551;p25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52" name="Google Shape;552;p25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553" name="Google Shape;553;p25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554" name="Google Shape;554;p25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555" name="Google Shape;555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56" name="Google Shape;556;p25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folie | 1x">
  <p:cSld name="Bildfolie | 1x"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6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9" name="Google Shape;559;p26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26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561" name="Google Shape;561;p26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2" name="Google Shape;562;p26"/>
          <p:cNvSpPr>
            <a:spLocks noGrp="1"/>
          </p:cNvSpPr>
          <p:nvPr>
            <p:ph type="pic" idx="2"/>
          </p:nvPr>
        </p:nvSpPr>
        <p:spPr>
          <a:xfrm>
            <a:off x="388738" y="1223367"/>
            <a:ext cx="8368310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63" name="Google Shape;563;p26"/>
          <p:cNvSpPr txBox="1">
            <a:spLocks noGrp="1"/>
          </p:cNvSpPr>
          <p:nvPr>
            <p:ph type="body" idx="1"/>
          </p:nvPr>
        </p:nvSpPr>
        <p:spPr>
          <a:xfrm>
            <a:off x="388738" y="4267703"/>
            <a:ext cx="8368310" cy="38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3175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64" name="Google Shape;564;p26"/>
          <p:cNvSpPr txBox="1">
            <a:spLocks noGrp="1"/>
          </p:cNvSpPr>
          <p:nvPr>
            <p:ph type="body" idx="3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65" name="Google Shape;565;p26"/>
          <p:cNvSpPr>
            <a:spLocks noGrp="1"/>
          </p:cNvSpPr>
          <p:nvPr>
            <p:ph type="pic" idx="4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66" name="Google Shape;566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folie | 2x">
  <p:cSld name="Bildfolie | 2x"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7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27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7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571" name="Google Shape;571;p27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7"/>
          <p:cNvSpPr>
            <a:spLocks noGrp="1"/>
          </p:cNvSpPr>
          <p:nvPr>
            <p:ph type="pic" idx="2"/>
          </p:nvPr>
        </p:nvSpPr>
        <p:spPr>
          <a:xfrm>
            <a:off x="388738" y="1223367"/>
            <a:ext cx="4102299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73" name="Google Shape;573;p27"/>
          <p:cNvSpPr txBox="1">
            <a:spLocks noGrp="1"/>
          </p:cNvSpPr>
          <p:nvPr>
            <p:ph type="body" idx="1"/>
          </p:nvPr>
        </p:nvSpPr>
        <p:spPr>
          <a:xfrm>
            <a:off x="388738" y="4267703"/>
            <a:ext cx="4102299" cy="38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3175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74" name="Google Shape;574;p27"/>
          <p:cNvSpPr>
            <a:spLocks noGrp="1"/>
          </p:cNvSpPr>
          <p:nvPr>
            <p:ph type="pic" idx="3"/>
          </p:nvPr>
        </p:nvSpPr>
        <p:spPr>
          <a:xfrm>
            <a:off x="4654748" y="1223367"/>
            <a:ext cx="4102299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75" name="Google Shape;575;p27"/>
          <p:cNvSpPr txBox="1">
            <a:spLocks noGrp="1"/>
          </p:cNvSpPr>
          <p:nvPr>
            <p:ph type="body" idx="4"/>
          </p:nvPr>
        </p:nvSpPr>
        <p:spPr>
          <a:xfrm>
            <a:off x="4654748" y="4267703"/>
            <a:ext cx="4102299" cy="38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3175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76" name="Google Shape;576;p27"/>
          <p:cNvSpPr txBox="1">
            <a:spLocks noGrp="1"/>
          </p:cNvSpPr>
          <p:nvPr>
            <p:ph type="body" idx="5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77" name="Google Shape;577;p27"/>
          <p:cNvSpPr>
            <a:spLocks noGrp="1"/>
          </p:cNvSpPr>
          <p:nvPr>
            <p:ph type="pic" idx="6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78" name="Google Shape;57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folie | 3x">
  <p:cSld name="Bildfolie | 3x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8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1" name="Google Shape;581;p28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2" name="Google Shape;582;p28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583" name="Google Shape;583;p28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28"/>
          <p:cNvSpPr>
            <a:spLocks noGrp="1"/>
          </p:cNvSpPr>
          <p:nvPr>
            <p:ph type="pic" idx="2"/>
          </p:nvPr>
        </p:nvSpPr>
        <p:spPr>
          <a:xfrm>
            <a:off x="388738" y="1223367"/>
            <a:ext cx="2677319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85" name="Google Shape;585;p28"/>
          <p:cNvSpPr txBox="1">
            <a:spLocks noGrp="1"/>
          </p:cNvSpPr>
          <p:nvPr>
            <p:ph type="body" idx="1"/>
          </p:nvPr>
        </p:nvSpPr>
        <p:spPr>
          <a:xfrm>
            <a:off x="388738" y="4267703"/>
            <a:ext cx="2677319" cy="38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3175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86" name="Google Shape;586;p28"/>
          <p:cNvSpPr>
            <a:spLocks noGrp="1"/>
          </p:cNvSpPr>
          <p:nvPr>
            <p:ph type="pic" idx="3"/>
          </p:nvPr>
        </p:nvSpPr>
        <p:spPr>
          <a:xfrm>
            <a:off x="6079729" y="1223367"/>
            <a:ext cx="2677318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87" name="Google Shape;587;p28"/>
          <p:cNvSpPr txBox="1">
            <a:spLocks noGrp="1"/>
          </p:cNvSpPr>
          <p:nvPr>
            <p:ph type="body" idx="4"/>
          </p:nvPr>
        </p:nvSpPr>
        <p:spPr>
          <a:xfrm>
            <a:off x="6079729" y="4267703"/>
            <a:ext cx="2677318" cy="38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3175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88" name="Google Shape;588;p28"/>
          <p:cNvSpPr>
            <a:spLocks noGrp="1"/>
          </p:cNvSpPr>
          <p:nvPr>
            <p:ph type="pic" idx="5"/>
          </p:nvPr>
        </p:nvSpPr>
        <p:spPr>
          <a:xfrm>
            <a:off x="3234233" y="1223367"/>
            <a:ext cx="2677319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89" name="Google Shape;589;p28"/>
          <p:cNvSpPr txBox="1">
            <a:spLocks noGrp="1"/>
          </p:cNvSpPr>
          <p:nvPr>
            <p:ph type="body" idx="6"/>
          </p:nvPr>
        </p:nvSpPr>
        <p:spPr>
          <a:xfrm>
            <a:off x="3234233" y="4267703"/>
            <a:ext cx="2677319" cy="38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3175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90" name="Google Shape;590;p28"/>
          <p:cNvSpPr txBox="1">
            <a:spLocks noGrp="1"/>
          </p:cNvSpPr>
          <p:nvPr>
            <p:ph type="body" idx="7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91" name="Google Shape;591;p28"/>
          <p:cNvSpPr>
            <a:spLocks noGrp="1"/>
          </p:cNvSpPr>
          <p:nvPr>
            <p:ph type="pic" idx="8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92" name="Google Shape;592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sfolie">
  <p:cSld name="Inhaltsfolie"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9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5" name="Google Shape;595;p29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6" name="Google Shape;596;p29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597" name="Google Shape;597;p29"/>
          <p:cNvSpPr txBox="1">
            <a:spLocks noGrp="1"/>
          </p:cNvSpPr>
          <p:nvPr>
            <p:ph type="body" idx="1"/>
          </p:nvPr>
        </p:nvSpPr>
        <p:spPr>
          <a:xfrm>
            <a:off x="388738" y="1223367"/>
            <a:ext cx="8366525" cy="342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598" name="Google Shape;598;p29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29"/>
          <p:cNvSpPr txBox="1">
            <a:spLocks noGrp="1"/>
          </p:cNvSpPr>
          <p:nvPr>
            <p:ph type="body" idx="2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600" name="Google Shape;600;p29"/>
          <p:cNvSpPr>
            <a:spLocks noGrp="1"/>
          </p:cNvSpPr>
          <p:nvPr>
            <p:ph type="pic" idx="3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601" name="Google Shape;601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sfolie | mit Text">
  <p:cSld name="Inhaltsfolie | mit Text"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0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4" name="Google Shape;604;p30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30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606" name="Google Shape;606;p30"/>
          <p:cNvSpPr txBox="1">
            <a:spLocks noGrp="1"/>
          </p:cNvSpPr>
          <p:nvPr>
            <p:ph type="body" idx="1"/>
          </p:nvPr>
        </p:nvSpPr>
        <p:spPr>
          <a:xfrm>
            <a:off x="6078646" y="1223367"/>
            <a:ext cx="2678400" cy="342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607" name="Google Shape;607;p30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30"/>
          <p:cNvSpPr txBox="1">
            <a:spLocks noGrp="1"/>
          </p:cNvSpPr>
          <p:nvPr>
            <p:ph type="body" idx="2"/>
          </p:nvPr>
        </p:nvSpPr>
        <p:spPr>
          <a:xfrm>
            <a:off x="388738" y="1223368"/>
            <a:ext cx="5522814" cy="342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609" name="Google Shape;609;p30"/>
          <p:cNvSpPr txBox="1">
            <a:spLocks noGrp="1"/>
          </p:cNvSpPr>
          <p:nvPr>
            <p:ph type="body" idx="3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610" name="Google Shape;610;p30"/>
          <p:cNvSpPr>
            <a:spLocks noGrp="1"/>
          </p:cNvSpPr>
          <p:nvPr>
            <p:ph type="pic" idx="4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611" name="Google Shape;6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sfolie | zweispaltig">
  <p:cSld name="Inhaltsfolie | zweispaltig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1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4" name="Google Shape;614;p31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5" name="Google Shape;615;p31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616" name="Google Shape;616;p31"/>
          <p:cNvSpPr txBox="1">
            <a:spLocks noGrp="1"/>
          </p:cNvSpPr>
          <p:nvPr>
            <p:ph type="body" idx="1"/>
          </p:nvPr>
        </p:nvSpPr>
        <p:spPr>
          <a:xfrm>
            <a:off x="388738" y="1223367"/>
            <a:ext cx="4102300" cy="342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617" name="Google Shape;617;p31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8" name="Google Shape;618;p31"/>
          <p:cNvSpPr txBox="1">
            <a:spLocks noGrp="1"/>
          </p:cNvSpPr>
          <p:nvPr>
            <p:ph type="body" idx="2"/>
          </p:nvPr>
        </p:nvSpPr>
        <p:spPr>
          <a:xfrm>
            <a:off x="4654748" y="1223367"/>
            <a:ext cx="4102300" cy="342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619" name="Google Shape;619;p31"/>
          <p:cNvSpPr txBox="1">
            <a:spLocks noGrp="1"/>
          </p:cNvSpPr>
          <p:nvPr>
            <p:ph type="body" idx="3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620" name="Google Shape;620;p31"/>
          <p:cNvSpPr>
            <a:spLocks noGrp="1"/>
          </p:cNvSpPr>
          <p:nvPr>
            <p:ph type="pic" idx="4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621" name="Google Shape;621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 | weiß">
  <p:cSld name="Nur Titel | weiß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2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32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32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6" name="Google Shape;626;p32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627" name="Google Shape;627;p32"/>
          <p:cNvSpPr txBox="1">
            <a:spLocks noGrp="1"/>
          </p:cNvSpPr>
          <p:nvPr>
            <p:ph type="body" idx="1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628" name="Google Shape;628;p32"/>
          <p:cNvSpPr>
            <a:spLocks noGrp="1"/>
          </p:cNvSpPr>
          <p:nvPr>
            <p:ph type="pic" idx="2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629" name="Google Shape;629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folie">
  <p:cSld name="Zitatfolie"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3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33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3" name="Google Shape;633;p33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33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635" name="Google Shape;635;p33"/>
          <p:cNvSpPr/>
          <p:nvPr/>
        </p:nvSpPr>
        <p:spPr>
          <a:xfrm>
            <a:off x="388738" y="1223366"/>
            <a:ext cx="8368310" cy="34272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35000" tIns="135000" rIns="135000" bIns="1350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3"/>
          <p:cNvSpPr txBox="1">
            <a:spLocks noGrp="1"/>
          </p:cNvSpPr>
          <p:nvPr>
            <p:ph type="body" idx="1"/>
          </p:nvPr>
        </p:nvSpPr>
        <p:spPr>
          <a:xfrm>
            <a:off x="1872893" y="2126973"/>
            <a:ext cx="5400000" cy="1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500"/>
              <a:buNone/>
              <a:defRPr sz="1500" i="1">
                <a:solidFill>
                  <a:srgbClr val="041E42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637" name="Google Shape;637;p33"/>
          <p:cNvSpPr txBox="1">
            <a:spLocks noGrp="1"/>
          </p:cNvSpPr>
          <p:nvPr>
            <p:ph type="body" idx="2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638" name="Google Shape;638;p33"/>
          <p:cNvSpPr>
            <a:spLocks noGrp="1"/>
          </p:cNvSpPr>
          <p:nvPr>
            <p:ph type="pic" idx="3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639" name="Google Shape;639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bild">
  <p:cSld name="Titelbild">
    <p:bg>
      <p:bgPr>
        <a:solidFill>
          <a:schemeClr val="dk2"/>
        </a:solidFill>
        <a:effectLst/>
      </p:bgPr>
    </p:bg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4"/>
          <p:cNvSpPr txBox="1">
            <a:spLocks noGrp="1"/>
          </p:cNvSpPr>
          <p:nvPr>
            <p:ph type="body" idx="1"/>
          </p:nvPr>
        </p:nvSpPr>
        <p:spPr>
          <a:xfrm>
            <a:off x="0" y="1221581"/>
            <a:ext cx="9144000" cy="3921919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405000" tIns="89100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642" name="Google Shape;642;p34"/>
          <p:cNvSpPr>
            <a:spLocks noGrp="1"/>
          </p:cNvSpPr>
          <p:nvPr>
            <p:ph type="pic" idx="2"/>
          </p:nvPr>
        </p:nvSpPr>
        <p:spPr>
          <a:xfrm>
            <a:off x="0" y="1221581"/>
            <a:ext cx="9144000" cy="392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43" name="Google Shape;643;p34"/>
          <p:cNvSpPr txBox="1">
            <a:spLocks noGrp="1"/>
          </p:cNvSpPr>
          <p:nvPr>
            <p:ph type="title"/>
          </p:nvPr>
        </p:nvSpPr>
        <p:spPr>
          <a:xfrm>
            <a:off x="390122" y="2185298"/>
            <a:ext cx="3734629" cy="772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4" name="Google Shape;644;p34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5" name="Google Shape;645;p34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646" name="Google Shape;646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47" name="Google Shape;647;p34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648" name="Google Shape;648;p34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649" name="Google Shape;649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50" name="Google Shape;650;p3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651" name="Google Shape;651;p34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652" name="Google Shape;652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53" name="Google Shape;653;p3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654" name="Google Shape;654;p34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655" name="Google Shape;655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56" name="Google Shape;656;p3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657" name="Google Shape;657;p34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658" name="Google Shape;658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59" name="Google Shape;659;p34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660" name="Google Shape;660;p34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661" name="Google Shape;661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62" name="Google Shape;662;p34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663" name="Google Shape;663;p34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664" name="Google Shape;664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65" name="Google Shape;665;p34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666" name="Google Shape;666;p34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667" name="Google Shape;667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68" name="Google Shape;668;p34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669" name="Google Shape;669;p34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670" name="Google Shape;670;p34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71" name="Google Shape;671;p34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672" name="Google Shape;672;p34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73" name="Google Shape;673;p34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674" name="Google Shape;674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75" name="Google Shape;675;p34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676" name="Google Shape;676;p34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677" name="Google Shape;677;p34"/>
            <p:cNvSpPr/>
            <p:nvPr/>
          </p:nvSpPr>
          <p:spPr>
            <a:xfrm>
              <a:off x="519935" y="300420"/>
              <a:ext cx="78213" cy="124372"/>
            </a:xfrm>
            <a:custGeom>
              <a:avLst/>
              <a:gdLst/>
              <a:ahLst/>
              <a:cxnLst/>
              <a:rect l="l" t="t" r="r" b="b"/>
              <a:pathLst>
                <a:path w="232409" h="369569" extrusionOk="0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610329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4"/>
            <p:cNvSpPr/>
            <p:nvPr/>
          </p:nvSpPr>
          <p:spPr>
            <a:xfrm>
              <a:off x="679247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34"/>
            <p:cNvSpPr/>
            <p:nvPr/>
          </p:nvSpPr>
          <p:spPr>
            <a:xfrm>
              <a:off x="725086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825417" y="293688"/>
              <a:ext cx="83663" cy="133347"/>
            </a:xfrm>
            <a:custGeom>
              <a:avLst/>
              <a:gdLst/>
              <a:ahLst/>
              <a:cxnLst/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4"/>
            <p:cNvSpPr/>
            <p:nvPr/>
          </p:nvSpPr>
          <p:spPr>
            <a:xfrm>
              <a:off x="936967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4"/>
            <p:cNvSpPr/>
            <p:nvPr/>
          </p:nvSpPr>
          <p:spPr>
            <a:xfrm>
              <a:off x="1005565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4"/>
            <p:cNvSpPr/>
            <p:nvPr/>
          </p:nvSpPr>
          <p:spPr>
            <a:xfrm>
              <a:off x="1052044" y="332474"/>
              <a:ext cx="75649" cy="94240"/>
            </a:xfrm>
            <a:custGeom>
              <a:avLst/>
              <a:gdLst/>
              <a:ahLst/>
              <a:cxnLst/>
              <a:rect l="l" t="t" r="r" b="b"/>
              <a:pathLst>
                <a:path w="224789" h="280034" extrusionOk="0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4"/>
            <p:cNvSpPr/>
            <p:nvPr/>
          </p:nvSpPr>
          <p:spPr>
            <a:xfrm>
              <a:off x="1145644" y="293688"/>
              <a:ext cx="77252" cy="131103"/>
            </a:xfrm>
            <a:custGeom>
              <a:avLst/>
              <a:gdLst/>
              <a:ahLst/>
              <a:cxnLst/>
              <a:rect l="l" t="t" r="r" b="b"/>
              <a:pathLst>
                <a:path w="229552" h="389572" extrusionOk="0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34"/>
            <p:cNvSpPr/>
            <p:nvPr/>
          </p:nvSpPr>
          <p:spPr>
            <a:xfrm>
              <a:off x="1246937" y="359721"/>
              <a:ext cx="43915" cy="19874"/>
            </a:xfrm>
            <a:custGeom>
              <a:avLst/>
              <a:gdLst/>
              <a:ahLst/>
              <a:cxnLst/>
              <a:rect l="l" t="t" r="r" b="b"/>
              <a:pathLst>
                <a:path w="130492" h="59055" extrusionOk="0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34"/>
            <p:cNvSpPr/>
            <p:nvPr/>
          </p:nvSpPr>
          <p:spPr>
            <a:xfrm>
              <a:off x="1302071" y="300420"/>
              <a:ext cx="115397" cy="124051"/>
            </a:xfrm>
            <a:custGeom>
              <a:avLst/>
              <a:gdLst/>
              <a:ahLst/>
              <a:cxnLst/>
              <a:rect l="l" t="t" r="r" b="b"/>
              <a:pathLst>
                <a:path w="342900" h="368617" extrusionOk="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4"/>
            <p:cNvSpPr/>
            <p:nvPr/>
          </p:nvSpPr>
          <p:spPr>
            <a:xfrm>
              <a:off x="1436060" y="293688"/>
              <a:ext cx="20835" cy="130783"/>
            </a:xfrm>
            <a:custGeom>
              <a:avLst/>
              <a:gdLst/>
              <a:ahLst/>
              <a:cxnLst/>
              <a:rect l="l" t="t" r="r" b="b"/>
              <a:pathLst>
                <a:path w="61912" h="388620" extrusionOk="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1479334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1572613" y="334718"/>
              <a:ext cx="85906" cy="89753"/>
            </a:xfrm>
            <a:custGeom>
              <a:avLst/>
              <a:gdLst/>
              <a:ahLst/>
              <a:cxnLst/>
              <a:rect l="l" t="t" r="r" b="b"/>
              <a:pathLst>
                <a:path w="255269" h="266700" extrusionOk="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1669733" y="332795"/>
              <a:ext cx="75975" cy="93920"/>
            </a:xfrm>
            <a:custGeom>
              <a:avLst/>
              <a:gdLst/>
              <a:ahLst/>
              <a:cxnLst/>
              <a:rect l="l" t="t" r="r" b="b"/>
              <a:pathLst>
                <a:path w="225759" h="279082" extrusionOk="0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1772314" y="332795"/>
              <a:ext cx="77252" cy="91997"/>
            </a:xfrm>
            <a:custGeom>
              <a:avLst/>
              <a:gdLst/>
              <a:ahLst/>
              <a:cxnLst/>
              <a:rect l="l" t="t" r="r" b="b"/>
              <a:pathLst>
                <a:path w="229552" h="273367" extrusionOk="0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1871684" y="293688"/>
              <a:ext cx="83663" cy="133347"/>
            </a:xfrm>
            <a:custGeom>
              <a:avLst/>
              <a:gdLst/>
              <a:ahLst/>
              <a:cxnLst/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4"/>
            <p:cNvSpPr/>
            <p:nvPr/>
          </p:nvSpPr>
          <p:spPr>
            <a:xfrm>
              <a:off x="1978106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4"/>
            <p:cNvSpPr/>
            <p:nvPr/>
          </p:nvSpPr>
          <p:spPr>
            <a:xfrm>
              <a:off x="2083566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34"/>
            <p:cNvSpPr/>
            <p:nvPr/>
          </p:nvSpPr>
          <p:spPr>
            <a:xfrm>
              <a:off x="2150561" y="359721"/>
              <a:ext cx="43915" cy="19874"/>
            </a:xfrm>
            <a:custGeom>
              <a:avLst/>
              <a:gdLst/>
              <a:ahLst/>
              <a:cxnLst/>
              <a:rect l="l" t="t" r="r" b="b"/>
              <a:pathLst>
                <a:path w="130492" h="59055" extrusionOk="0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4"/>
            <p:cNvSpPr/>
            <p:nvPr/>
          </p:nvSpPr>
          <p:spPr>
            <a:xfrm>
              <a:off x="2221081" y="300420"/>
              <a:ext cx="97126" cy="126295"/>
            </a:xfrm>
            <a:custGeom>
              <a:avLst/>
              <a:gdLst/>
              <a:ahLst/>
              <a:cxnLst/>
              <a:rect l="l" t="t" r="r" b="b"/>
              <a:pathLst>
                <a:path w="288607" h="375284" extrusionOk="0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4"/>
            <p:cNvSpPr/>
            <p:nvPr/>
          </p:nvSpPr>
          <p:spPr>
            <a:xfrm>
              <a:off x="2346415" y="332795"/>
              <a:ext cx="76931" cy="91997"/>
            </a:xfrm>
            <a:custGeom>
              <a:avLst/>
              <a:gdLst/>
              <a:ahLst/>
              <a:cxnLst/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34"/>
            <p:cNvSpPr/>
            <p:nvPr/>
          </p:nvSpPr>
          <p:spPr>
            <a:xfrm>
              <a:off x="2447067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4"/>
            <p:cNvSpPr/>
            <p:nvPr/>
          </p:nvSpPr>
          <p:spPr>
            <a:xfrm>
              <a:off x="2488418" y="335039"/>
              <a:ext cx="87189" cy="89753"/>
            </a:xfrm>
            <a:custGeom>
              <a:avLst/>
              <a:gdLst/>
              <a:ahLst/>
              <a:cxnLst/>
              <a:rect l="l" t="t" r="r" b="b"/>
              <a:pathLst>
                <a:path w="259079" h="266700" extrusionOk="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34"/>
            <p:cNvSpPr/>
            <p:nvPr/>
          </p:nvSpPr>
          <p:spPr>
            <a:xfrm>
              <a:off x="2585223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34"/>
            <p:cNvSpPr/>
            <p:nvPr/>
          </p:nvSpPr>
          <p:spPr>
            <a:xfrm>
              <a:off x="2690683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19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34"/>
            <p:cNvSpPr/>
            <p:nvPr/>
          </p:nvSpPr>
          <p:spPr>
            <a:xfrm>
              <a:off x="2754472" y="332474"/>
              <a:ext cx="69238" cy="94240"/>
            </a:xfrm>
            <a:custGeom>
              <a:avLst/>
              <a:gdLst/>
              <a:ahLst/>
              <a:cxnLst/>
              <a:rect l="l" t="t" r="r" b="b"/>
              <a:pathLst>
                <a:path w="205739" h="280034" extrusionOk="0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34"/>
            <p:cNvSpPr/>
            <p:nvPr/>
          </p:nvSpPr>
          <p:spPr>
            <a:xfrm>
              <a:off x="2843264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34"/>
            <p:cNvSpPr/>
            <p:nvPr/>
          </p:nvSpPr>
          <p:spPr>
            <a:xfrm>
              <a:off x="2884935" y="306189"/>
              <a:ext cx="55775" cy="120525"/>
            </a:xfrm>
            <a:custGeom>
              <a:avLst/>
              <a:gdLst/>
              <a:ahLst/>
              <a:cxnLst/>
              <a:rect l="l" t="t" r="r" b="b"/>
              <a:pathLst>
                <a:path w="165735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34"/>
            <p:cNvSpPr/>
            <p:nvPr/>
          </p:nvSpPr>
          <p:spPr>
            <a:xfrm>
              <a:off x="2957058" y="296573"/>
              <a:ext cx="75970" cy="130142"/>
            </a:xfrm>
            <a:custGeom>
              <a:avLst/>
              <a:gdLst/>
              <a:ahLst/>
              <a:cxnLst/>
              <a:rect l="l" t="t" r="r" b="b"/>
              <a:pathLst>
                <a:path w="225742" h="386714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34"/>
            <p:cNvSpPr/>
            <p:nvPr/>
          </p:nvSpPr>
          <p:spPr>
            <a:xfrm>
              <a:off x="3049376" y="306189"/>
              <a:ext cx="55775" cy="120525"/>
            </a:xfrm>
            <a:custGeom>
              <a:avLst/>
              <a:gdLst/>
              <a:ahLst/>
              <a:cxnLst/>
              <a:rect l="l" t="t" r="r" b="b"/>
              <a:pathLst>
                <a:path w="165734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34"/>
            <p:cNvSpPr/>
            <p:nvPr/>
          </p:nvSpPr>
          <p:spPr>
            <a:xfrm>
              <a:off x="510639" y="494671"/>
              <a:ext cx="92638" cy="124051"/>
            </a:xfrm>
            <a:custGeom>
              <a:avLst/>
              <a:gdLst/>
              <a:ahLst/>
              <a:cxnLst/>
              <a:rect l="l" t="t" r="r" b="b"/>
              <a:pathLst>
                <a:path w="275272" h="368617" extrusionOk="0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4"/>
            <p:cNvSpPr/>
            <p:nvPr/>
          </p:nvSpPr>
          <p:spPr>
            <a:xfrm>
              <a:off x="603919" y="526726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34"/>
            <p:cNvSpPr/>
            <p:nvPr/>
          </p:nvSpPr>
          <p:spPr>
            <a:xfrm>
              <a:off x="703929" y="526405"/>
              <a:ext cx="75649" cy="94241"/>
            </a:xfrm>
            <a:custGeom>
              <a:avLst/>
              <a:gdLst/>
              <a:ahLst/>
              <a:cxnLst/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4"/>
            <p:cNvSpPr/>
            <p:nvPr/>
          </p:nvSpPr>
          <p:spPr>
            <a:xfrm>
              <a:off x="797850" y="487619"/>
              <a:ext cx="76931" cy="131103"/>
            </a:xfrm>
            <a:custGeom>
              <a:avLst/>
              <a:gdLst/>
              <a:ahLst/>
              <a:cxnLst/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34"/>
            <p:cNvSpPr/>
            <p:nvPr/>
          </p:nvSpPr>
          <p:spPr>
            <a:xfrm>
              <a:off x="901707" y="526726"/>
              <a:ext cx="76931" cy="91997"/>
            </a:xfrm>
            <a:custGeom>
              <a:avLst/>
              <a:gdLst/>
              <a:ahLst/>
              <a:cxnLst/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34"/>
            <p:cNvSpPr/>
            <p:nvPr/>
          </p:nvSpPr>
          <p:spPr>
            <a:xfrm>
              <a:off x="1002359" y="48890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09" extrusionOk="0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34"/>
            <p:cNvSpPr/>
            <p:nvPr/>
          </p:nvSpPr>
          <p:spPr>
            <a:xfrm>
              <a:off x="1045312" y="526405"/>
              <a:ext cx="69238" cy="94241"/>
            </a:xfrm>
            <a:custGeom>
              <a:avLst/>
              <a:gdLst/>
              <a:ahLst/>
              <a:cxnLst/>
              <a:rect l="l" t="t" r="r" b="b"/>
              <a:pathLst>
                <a:path w="205740" h="280035" extrusionOk="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34"/>
            <p:cNvSpPr/>
            <p:nvPr/>
          </p:nvSpPr>
          <p:spPr>
            <a:xfrm>
              <a:off x="1131540" y="526405"/>
              <a:ext cx="75649" cy="94241"/>
            </a:xfrm>
            <a:custGeom>
              <a:avLst/>
              <a:gdLst/>
              <a:ahLst/>
              <a:cxnLst/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34"/>
            <p:cNvSpPr/>
            <p:nvPr/>
          </p:nvSpPr>
          <p:spPr>
            <a:xfrm>
              <a:off x="1225460" y="487619"/>
              <a:ext cx="76931" cy="131103"/>
            </a:xfrm>
            <a:custGeom>
              <a:avLst/>
              <a:gdLst/>
              <a:ahLst/>
              <a:cxnLst/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34"/>
            <p:cNvSpPr/>
            <p:nvPr/>
          </p:nvSpPr>
          <p:spPr>
            <a:xfrm>
              <a:off x="1324189" y="526726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4"/>
            <p:cNvSpPr/>
            <p:nvPr/>
          </p:nvSpPr>
          <p:spPr>
            <a:xfrm>
              <a:off x="1482539" y="494671"/>
              <a:ext cx="77893" cy="124051"/>
            </a:xfrm>
            <a:custGeom>
              <a:avLst/>
              <a:gdLst/>
              <a:ahLst/>
              <a:cxnLst/>
              <a:rect l="l" t="t" r="r" b="b"/>
              <a:pathLst>
                <a:path w="231457" h="368617" extrusionOk="0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34"/>
            <p:cNvSpPr/>
            <p:nvPr/>
          </p:nvSpPr>
          <p:spPr>
            <a:xfrm>
              <a:off x="1564279" y="526726"/>
              <a:ext cx="76290" cy="93920"/>
            </a:xfrm>
            <a:custGeom>
              <a:avLst/>
              <a:gdLst/>
              <a:ahLst/>
              <a:cxnLst/>
              <a:rect l="l" t="t" r="r" b="b"/>
              <a:pathLst>
                <a:path w="226694" h="279082" extrusionOk="0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34"/>
            <p:cNvSpPr/>
            <p:nvPr/>
          </p:nvSpPr>
          <p:spPr>
            <a:xfrm>
              <a:off x="1667175" y="487619"/>
              <a:ext cx="78854" cy="131103"/>
            </a:xfrm>
            <a:custGeom>
              <a:avLst/>
              <a:gdLst/>
              <a:ahLst/>
              <a:cxnLst/>
              <a:rect l="l" t="t" r="r" b="b"/>
              <a:pathLst>
                <a:path w="234314" h="389572" extrusionOk="0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34"/>
            <p:cNvSpPr/>
            <p:nvPr/>
          </p:nvSpPr>
          <p:spPr>
            <a:xfrm>
              <a:off x="1761416" y="528970"/>
              <a:ext cx="77252" cy="91997"/>
            </a:xfrm>
            <a:custGeom>
              <a:avLst/>
              <a:gdLst/>
              <a:ahLst/>
              <a:cxnLst/>
              <a:rect l="l" t="t" r="r" b="b"/>
              <a:pathLst>
                <a:path w="229552" h="273367" extrusionOk="0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34"/>
            <p:cNvSpPr/>
            <p:nvPr/>
          </p:nvSpPr>
          <p:spPr>
            <a:xfrm>
              <a:off x="1865594" y="487299"/>
              <a:ext cx="20835" cy="131103"/>
            </a:xfrm>
            <a:custGeom>
              <a:avLst/>
              <a:gdLst/>
              <a:ahLst/>
              <a:cxnLst/>
              <a:rect l="l" t="t" r="r" b="b"/>
              <a:pathLst>
                <a:path w="61912" h="389572" extrusionOk="0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34"/>
            <p:cNvSpPr/>
            <p:nvPr/>
          </p:nvSpPr>
          <p:spPr>
            <a:xfrm>
              <a:off x="1905021" y="500120"/>
              <a:ext cx="55775" cy="120526"/>
            </a:xfrm>
            <a:custGeom>
              <a:avLst/>
              <a:gdLst/>
              <a:ahLst/>
              <a:cxnLst/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34"/>
            <p:cNvSpPr/>
            <p:nvPr/>
          </p:nvSpPr>
          <p:spPr>
            <a:xfrm>
              <a:off x="1977144" y="490504"/>
              <a:ext cx="75970" cy="130142"/>
            </a:xfrm>
            <a:custGeom>
              <a:avLst/>
              <a:gdLst/>
              <a:ahLst/>
              <a:cxnLst/>
              <a:rect l="l" t="t" r="r" b="b"/>
              <a:pathLst>
                <a:path w="225742" h="386715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34"/>
            <p:cNvSpPr/>
            <p:nvPr/>
          </p:nvSpPr>
          <p:spPr>
            <a:xfrm>
              <a:off x="2069462" y="500120"/>
              <a:ext cx="55775" cy="120526"/>
            </a:xfrm>
            <a:custGeom>
              <a:avLst/>
              <a:gdLst/>
              <a:ahLst/>
              <a:cxnLst/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6" name="Google Shape;726;p34"/>
          <p:cNvSpPr/>
          <p:nvPr/>
        </p:nvSpPr>
        <p:spPr>
          <a:xfrm>
            <a:off x="7753302" y="225528"/>
            <a:ext cx="1052927" cy="401990"/>
          </a:xfrm>
          <a:custGeom>
            <a:avLst/>
            <a:gdLst/>
            <a:ahLst/>
            <a:cxnLst/>
            <a:rect l="l" t="t" r="r" b="b"/>
            <a:pathLst>
              <a:path w="1456912" h="556225" extrusionOk="0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7" name="Google Shape;727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34"/>
          <p:cNvSpPr>
            <a:spLocks noGrp="1"/>
          </p:cNvSpPr>
          <p:nvPr>
            <p:ph type="pic" idx="3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| mit Bild">
  <p:cSld name="Agenda | mit Bild"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5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1" name="Google Shape;731;p35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2" name="Google Shape;732;p35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733" name="Google Shape;733;p35"/>
          <p:cNvSpPr>
            <a:spLocks noGrp="1"/>
          </p:cNvSpPr>
          <p:nvPr>
            <p:ph type="pic" idx="2"/>
          </p:nvPr>
        </p:nvSpPr>
        <p:spPr>
          <a:xfrm>
            <a:off x="4654747" y="1223367"/>
            <a:ext cx="4102299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34" name="Google Shape;734;p35"/>
          <p:cNvSpPr txBox="1">
            <a:spLocks noGrp="1"/>
          </p:cNvSpPr>
          <p:nvPr>
            <p:ph type="body" idx="1"/>
          </p:nvPr>
        </p:nvSpPr>
        <p:spPr>
          <a:xfrm>
            <a:off x="4654747" y="4267703"/>
            <a:ext cx="4102299" cy="38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3175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735" name="Google Shape;735;p35"/>
          <p:cNvSpPr txBox="1">
            <a:spLocks noGrp="1"/>
          </p:cNvSpPr>
          <p:nvPr>
            <p:ph type="body" idx="3"/>
          </p:nvPr>
        </p:nvSpPr>
        <p:spPr>
          <a:xfrm>
            <a:off x="711045" y="1766033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736" name="Google Shape;736;p35"/>
          <p:cNvSpPr txBox="1">
            <a:spLocks noGrp="1"/>
          </p:cNvSpPr>
          <p:nvPr>
            <p:ph type="body" idx="4"/>
          </p:nvPr>
        </p:nvSpPr>
        <p:spPr>
          <a:xfrm>
            <a:off x="388739" y="1766033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737" name="Google Shape;737;p35"/>
          <p:cNvSpPr txBox="1">
            <a:spLocks noGrp="1"/>
          </p:cNvSpPr>
          <p:nvPr>
            <p:ph type="body" idx="5"/>
          </p:nvPr>
        </p:nvSpPr>
        <p:spPr>
          <a:xfrm>
            <a:off x="711045" y="3394032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738" name="Google Shape;738;p35"/>
          <p:cNvSpPr txBox="1">
            <a:spLocks noGrp="1"/>
          </p:cNvSpPr>
          <p:nvPr>
            <p:ph type="body" idx="6"/>
          </p:nvPr>
        </p:nvSpPr>
        <p:spPr>
          <a:xfrm>
            <a:off x="388739" y="3394032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739" name="Google Shape;739;p35"/>
          <p:cNvSpPr txBox="1">
            <a:spLocks noGrp="1"/>
          </p:cNvSpPr>
          <p:nvPr>
            <p:ph type="body" idx="7"/>
          </p:nvPr>
        </p:nvSpPr>
        <p:spPr>
          <a:xfrm>
            <a:off x="711045" y="2308700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740" name="Google Shape;740;p35"/>
          <p:cNvSpPr txBox="1">
            <a:spLocks noGrp="1"/>
          </p:cNvSpPr>
          <p:nvPr>
            <p:ph type="body" idx="8"/>
          </p:nvPr>
        </p:nvSpPr>
        <p:spPr>
          <a:xfrm>
            <a:off x="388739" y="2308700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741" name="Google Shape;741;p35"/>
          <p:cNvSpPr txBox="1">
            <a:spLocks noGrp="1"/>
          </p:cNvSpPr>
          <p:nvPr>
            <p:ph type="body" idx="9"/>
          </p:nvPr>
        </p:nvSpPr>
        <p:spPr>
          <a:xfrm>
            <a:off x="711045" y="2851366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742" name="Google Shape;742;p35"/>
          <p:cNvSpPr txBox="1">
            <a:spLocks noGrp="1"/>
          </p:cNvSpPr>
          <p:nvPr>
            <p:ph type="body" idx="13"/>
          </p:nvPr>
        </p:nvSpPr>
        <p:spPr>
          <a:xfrm>
            <a:off x="388739" y="2851366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743" name="Google Shape;743;p35"/>
          <p:cNvSpPr txBox="1">
            <a:spLocks noGrp="1"/>
          </p:cNvSpPr>
          <p:nvPr>
            <p:ph type="body" idx="14"/>
          </p:nvPr>
        </p:nvSpPr>
        <p:spPr>
          <a:xfrm>
            <a:off x="711045" y="3936698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744" name="Google Shape;744;p35"/>
          <p:cNvSpPr txBox="1">
            <a:spLocks noGrp="1"/>
          </p:cNvSpPr>
          <p:nvPr>
            <p:ph type="body" idx="15"/>
          </p:nvPr>
        </p:nvSpPr>
        <p:spPr>
          <a:xfrm>
            <a:off x="388739" y="3936698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745" name="Google Shape;745;p35"/>
          <p:cNvSpPr txBox="1">
            <a:spLocks noGrp="1"/>
          </p:cNvSpPr>
          <p:nvPr>
            <p:ph type="body" idx="16"/>
          </p:nvPr>
        </p:nvSpPr>
        <p:spPr>
          <a:xfrm>
            <a:off x="711045" y="1223367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746" name="Google Shape;746;p35"/>
          <p:cNvSpPr txBox="1">
            <a:spLocks noGrp="1"/>
          </p:cNvSpPr>
          <p:nvPr>
            <p:ph type="body" idx="17"/>
          </p:nvPr>
        </p:nvSpPr>
        <p:spPr>
          <a:xfrm>
            <a:off x="388739" y="1223367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sz="1400" b="1">
                <a:solidFill>
                  <a:srgbClr val="8C9FB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747" name="Google Shape;747;p35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8" name="Google Shape;748;p35"/>
          <p:cNvSpPr txBox="1">
            <a:spLocks noGrp="1"/>
          </p:cNvSpPr>
          <p:nvPr>
            <p:ph type="body" idx="18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749" name="Google Shape;749;p35"/>
          <p:cNvSpPr>
            <a:spLocks noGrp="1"/>
          </p:cNvSpPr>
          <p:nvPr>
            <p:ph type="pic" idx="19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750" name="Google Shape;750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apiteltrenner">
  <p:cSld name="Kapiteltrenner">
    <p:bg>
      <p:bgPr>
        <a:solidFill>
          <a:schemeClr val="dk2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6"/>
          <p:cNvSpPr txBox="1">
            <a:spLocks noGrp="1"/>
          </p:cNvSpPr>
          <p:nvPr>
            <p:ph type="title"/>
          </p:nvPr>
        </p:nvSpPr>
        <p:spPr>
          <a:xfrm>
            <a:off x="388739" y="2156252"/>
            <a:ext cx="836830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3" name="Google Shape;753;p36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4" name="Google Shape;754;p36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5" name="Google Shape;755;p36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756" name="Google Shape;756;p36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6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8" name="Google Shape;758;p36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759" name="Google Shape;759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60" name="Google Shape;760;p36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761" name="Google Shape;761;p36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762" name="Google Shape;762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63" name="Google Shape;763;p3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764" name="Google Shape;764;p36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765" name="Google Shape;765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66" name="Google Shape;766;p3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767" name="Google Shape;767;p36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768" name="Google Shape;768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69" name="Google Shape;769;p3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770" name="Google Shape;770;p36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771" name="Google Shape;771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2" name="Google Shape;772;p36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773" name="Google Shape;773;p36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774" name="Google Shape;774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5" name="Google Shape;775;p36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776" name="Google Shape;776;p36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777" name="Google Shape;777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8" name="Google Shape;778;p36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779" name="Google Shape;779;p36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780" name="Google Shape;780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81" name="Google Shape;781;p36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782" name="Google Shape;782;p36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783" name="Google Shape;783;p36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84" name="Google Shape;784;p36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785" name="Google Shape;785;p36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86" name="Google Shape;786;p36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787" name="Google Shape;787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88" name="Google Shape;788;p36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789" name="Google Shape;789;p36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790" name="Google Shape;790;p36"/>
            <p:cNvSpPr/>
            <p:nvPr/>
          </p:nvSpPr>
          <p:spPr>
            <a:xfrm>
              <a:off x="519935" y="300420"/>
              <a:ext cx="78213" cy="124372"/>
            </a:xfrm>
            <a:custGeom>
              <a:avLst/>
              <a:gdLst/>
              <a:ahLst/>
              <a:cxnLst/>
              <a:rect l="l" t="t" r="r" b="b"/>
              <a:pathLst>
                <a:path w="232409" h="369569" extrusionOk="0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36"/>
            <p:cNvSpPr/>
            <p:nvPr/>
          </p:nvSpPr>
          <p:spPr>
            <a:xfrm>
              <a:off x="610329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36"/>
            <p:cNvSpPr/>
            <p:nvPr/>
          </p:nvSpPr>
          <p:spPr>
            <a:xfrm>
              <a:off x="679247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36"/>
            <p:cNvSpPr/>
            <p:nvPr/>
          </p:nvSpPr>
          <p:spPr>
            <a:xfrm>
              <a:off x="725086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36"/>
            <p:cNvSpPr/>
            <p:nvPr/>
          </p:nvSpPr>
          <p:spPr>
            <a:xfrm>
              <a:off x="825417" y="293688"/>
              <a:ext cx="83663" cy="133347"/>
            </a:xfrm>
            <a:custGeom>
              <a:avLst/>
              <a:gdLst/>
              <a:ahLst/>
              <a:cxnLst/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36"/>
            <p:cNvSpPr/>
            <p:nvPr/>
          </p:nvSpPr>
          <p:spPr>
            <a:xfrm>
              <a:off x="936967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6"/>
            <p:cNvSpPr/>
            <p:nvPr/>
          </p:nvSpPr>
          <p:spPr>
            <a:xfrm>
              <a:off x="1005565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6"/>
            <p:cNvSpPr/>
            <p:nvPr/>
          </p:nvSpPr>
          <p:spPr>
            <a:xfrm>
              <a:off x="1052044" y="332474"/>
              <a:ext cx="75649" cy="94240"/>
            </a:xfrm>
            <a:custGeom>
              <a:avLst/>
              <a:gdLst/>
              <a:ahLst/>
              <a:cxnLst/>
              <a:rect l="l" t="t" r="r" b="b"/>
              <a:pathLst>
                <a:path w="224789" h="280034" extrusionOk="0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36"/>
            <p:cNvSpPr/>
            <p:nvPr/>
          </p:nvSpPr>
          <p:spPr>
            <a:xfrm>
              <a:off x="1145644" y="293688"/>
              <a:ext cx="77252" cy="131103"/>
            </a:xfrm>
            <a:custGeom>
              <a:avLst/>
              <a:gdLst/>
              <a:ahLst/>
              <a:cxnLst/>
              <a:rect l="l" t="t" r="r" b="b"/>
              <a:pathLst>
                <a:path w="229552" h="389572" extrusionOk="0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36"/>
            <p:cNvSpPr/>
            <p:nvPr/>
          </p:nvSpPr>
          <p:spPr>
            <a:xfrm>
              <a:off x="1246937" y="359721"/>
              <a:ext cx="43915" cy="19874"/>
            </a:xfrm>
            <a:custGeom>
              <a:avLst/>
              <a:gdLst/>
              <a:ahLst/>
              <a:cxnLst/>
              <a:rect l="l" t="t" r="r" b="b"/>
              <a:pathLst>
                <a:path w="130492" h="59055" extrusionOk="0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36"/>
            <p:cNvSpPr/>
            <p:nvPr/>
          </p:nvSpPr>
          <p:spPr>
            <a:xfrm>
              <a:off x="1302071" y="300420"/>
              <a:ext cx="115397" cy="124051"/>
            </a:xfrm>
            <a:custGeom>
              <a:avLst/>
              <a:gdLst/>
              <a:ahLst/>
              <a:cxnLst/>
              <a:rect l="l" t="t" r="r" b="b"/>
              <a:pathLst>
                <a:path w="342900" h="368617" extrusionOk="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36"/>
            <p:cNvSpPr/>
            <p:nvPr/>
          </p:nvSpPr>
          <p:spPr>
            <a:xfrm>
              <a:off x="1436060" y="293688"/>
              <a:ext cx="20835" cy="130783"/>
            </a:xfrm>
            <a:custGeom>
              <a:avLst/>
              <a:gdLst/>
              <a:ahLst/>
              <a:cxnLst/>
              <a:rect l="l" t="t" r="r" b="b"/>
              <a:pathLst>
                <a:path w="61912" h="388620" extrusionOk="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36"/>
            <p:cNvSpPr/>
            <p:nvPr/>
          </p:nvSpPr>
          <p:spPr>
            <a:xfrm>
              <a:off x="1479334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36"/>
            <p:cNvSpPr/>
            <p:nvPr/>
          </p:nvSpPr>
          <p:spPr>
            <a:xfrm>
              <a:off x="1572613" y="334718"/>
              <a:ext cx="85906" cy="89753"/>
            </a:xfrm>
            <a:custGeom>
              <a:avLst/>
              <a:gdLst/>
              <a:ahLst/>
              <a:cxnLst/>
              <a:rect l="l" t="t" r="r" b="b"/>
              <a:pathLst>
                <a:path w="255269" h="266700" extrusionOk="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36"/>
            <p:cNvSpPr/>
            <p:nvPr/>
          </p:nvSpPr>
          <p:spPr>
            <a:xfrm>
              <a:off x="1669733" y="332795"/>
              <a:ext cx="75975" cy="93920"/>
            </a:xfrm>
            <a:custGeom>
              <a:avLst/>
              <a:gdLst/>
              <a:ahLst/>
              <a:cxnLst/>
              <a:rect l="l" t="t" r="r" b="b"/>
              <a:pathLst>
                <a:path w="225759" h="279082" extrusionOk="0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36"/>
            <p:cNvSpPr/>
            <p:nvPr/>
          </p:nvSpPr>
          <p:spPr>
            <a:xfrm>
              <a:off x="1772314" y="332795"/>
              <a:ext cx="77252" cy="91997"/>
            </a:xfrm>
            <a:custGeom>
              <a:avLst/>
              <a:gdLst/>
              <a:ahLst/>
              <a:cxnLst/>
              <a:rect l="l" t="t" r="r" b="b"/>
              <a:pathLst>
                <a:path w="229552" h="273367" extrusionOk="0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36"/>
            <p:cNvSpPr/>
            <p:nvPr/>
          </p:nvSpPr>
          <p:spPr>
            <a:xfrm>
              <a:off x="1871684" y="293688"/>
              <a:ext cx="83663" cy="133347"/>
            </a:xfrm>
            <a:custGeom>
              <a:avLst/>
              <a:gdLst/>
              <a:ahLst/>
              <a:cxnLst/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36"/>
            <p:cNvSpPr/>
            <p:nvPr/>
          </p:nvSpPr>
          <p:spPr>
            <a:xfrm>
              <a:off x="1978106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36"/>
            <p:cNvSpPr/>
            <p:nvPr/>
          </p:nvSpPr>
          <p:spPr>
            <a:xfrm>
              <a:off x="2083566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36"/>
            <p:cNvSpPr/>
            <p:nvPr/>
          </p:nvSpPr>
          <p:spPr>
            <a:xfrm>
              <a:off x="2150561" y="359721"/>
              <a:ext cx="43915" cy="19874"/>
            </a:xfrm>
            <a:custGeom>
              <a:avLst/>
              <a:gdLst/>
              <a:ahLst/>
              <a:cxnLst/>
              <a:rect l="l" t="t" r="r" b="b"/>
              <a:pathLst>
                <a:path w="130492" h="59055" extrusionOk="0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36"/>
            <p:cNvSpPr/>
            <p:nvPr/>
          </p:nvSpPr>
          <p:spPr>
            <a:xfrm>
              <a:off x="2221081" y="300420"/>
              <a:ext cx="97126" cy="126295"/>
            </a:xfrm>
            <a:custGeom>
              <a:avLst/>
              <a:gdLst/>
              <a:ahLst/>
              <a:cxnLst/>
              <a:rect l="l" t="t" r="r" b="b"/>
              <a:pathLst>
                <a:path w="288607" h="375284" extrusionOk="0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36"/>
            <p:cNvSpPr/>
            <p:nvPr/>
          </p:nvSpPr>
          <p:spPr>
            <a:xfrm>
              <a:off x="2346415" y="332795"/>
              <a:ext cx="76931" cy="91997"/>
            </a:xfrm>
            <a:custGeom>
              <a:avLst/>
              <a:gdLst/>
              <a:ahLst/>
              <a:cxnLst/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36"/>
            <p:cNvSpPr/>
            <p:nvPr/>
          </p:nvSpPr>
          <p:spPr>
            <a:xfrm>
              <a:off x="2447067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36"/>
            <p:cNvSpPr/>
            <p:nvPr/>
          </p:nvSpPr>
          <p:spPr>
            <a:xfrm>
              <a:off x="2488418" y="335039"/>
              <a:ext cx="87189" cy="89753"/>
            </a:xfrm>
            <a:custGeom>
              <a:avLst/>
              <a:gdLst/>
              <a:ahLst/>
              <a:cxnLst/>
              <a:rect l="l" t="t" r="r" b="b"/>
              <a:pathLst>
                <a:path w="259079" h="266700" extrusionOk="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36"/>
            <p:cNvSpPr/>
            <p:nvPr/>
          </p:nvSpPr>
          <p:spPr>
            <a:xfrm>
              <a:off x="2585223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36"/>
            <p:cNvSpPr/>
            <p:nvPr/>
          </p:nvSpPr>
          <p:spPr>
            <a:xfrm>
              <a:off x="2690683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19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36"/>
            <p:cNvSpPr/>
            <p:nvPr/>
          </p:nvSpPr>
          <p:spPr>
            <a:xfrm>
              <a:off x="2754472" y="332474"/>
              <a:ext cx="69238" cy="94240"/>
            </a:xfrm>
            <a:custGeom>
              <a:avLst/>
              <a:gdLst/>
              <a:ahLst/>
              <a:cxnLst/>
              <a:rect l="l" t="t" r="r" b="b"/>
              <a:pathLst>
                <a:path w="205739" h="280034" extrusionOk="0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36"/>
            <p:cNvSpPr/>
            <p:nvPr/>
          </p:nvSpPr>
          <p:spPr>
            <a:xfrm>
              <a:off x="2843264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36"/>
            <p:cNvSpPr/>
            <p:nvPr/>
          </p:nvSpPr>
          <p:spPr>
            <a:xfrm>
              <a:off x="2884935" y="306189"/>
              <a:ext cx="55775" cy="120525"/>
            </a:xfrm>
            <a:custGeom>
              <a:avLst/>
              <a:gdLst/>
              <a:ahLst/>
              <a:cxnLst/>
              <a:rect l="l" t="t" r="r" b="b"/>
              <a:pathLst>
                <a:path w="165735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36"/>
            <p:cNvSpPr/>
            <p:nvPr/>
          </p:nvSpPr>
          <p:spPr>
            <a:xfrm>
              <a:off x="2957058" y="296573"/>
              <a:ext cx="75970" cy="130142"/>
            </a:xfrm>
            <a:custGeom>
              <a:avLst/>
              <a:gdLst/>
              <a:ahLst/>
              <a:cxnLst/>
              <a:rect l="l" t="t" r="r" b="b"/>
              <a:pathLst>
                <a:path w="225742" h="386714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36"/>
            <p:cNvSpPr/>
            <p:nvPr/>
          </p:nvSpPr>
          <p:spPr>
            <a:xfrm>
              <a:off x="3049376" y="306189"/>
              <a:ext cx="55775" cy="120525"/>
            </a:xfrm>
            <a:custGeom>
              <a:avLst/>
              <a:gdLst/>
              <a:ahLst/>
              <a:cxnLst/>
              <a:rect l="l" t="t" r="r" b="b"/>
              <a:pathLst>
                <a:path w="165734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36"/>
            <p:cNvSpPr/>
            <p:nvPr/>
          </p:nvSpPr>
          <p:spPr>
            <a:xfrm>
              <a:off x="510639" y="494671"/>
              <a:ext cx="92638" cy="124051"/>
            </a:xfrm>
            <a:custGeom>
              <a:avLst/>
              <a:gdLst/>
              <a:ahLst/>
              <a:cxnLst/>
              <a:rect l="l" t="t" r="r" b="b"/>
              <a:pathLst>
                <a:path w="275272" h="368617" extrusionOk="0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36"/>
            <p:cNvSpPr/>
            <p:nvPr/>
          </p:nvSpPr>
          <p:spPr>
            <a:xfrm>
              <a:off x="603919" y="526726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36"/>
            <p:cNvSpPr/>
            <p:nvPr/>
          </p:nvSpPr>
          <p:spPr>
            <a:xfrm>
              <a:off x="703929" y="526405"/>
              <a:ext cx="75649" cy="94241"/>
            </a:xfrm>
            <a:custGeom>
              <a:avLst/>
              <a:gdLst/>
              <a:ahLst/>
              <a:cxnLst/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36"/>
            <p:cNvSpPr/>
            <p:nvPr/>
          </p:nvSpPr>
          <p:spPr>
            <a:xfrm>
              <a:off x="797850" y="487619"/>
              <a:ext cx="76931" cy="131103"/>
            </a:xfrm>
            <a:custGeom>
              <a:avLst/>
              <a:gdLst/>
              <a:ahLst/>
              <a:cxnLst/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36"/>
            <p:cNvSpPr/>
            <p:nvPr/>
          </p:nvSpPr>
          <p:spPr>
            <a:xfrm>
              <a:off x="901707" y="526726"/>
              <a:ext cx="76931" cy="91997"/>
            </a:xfrm>
            <a:custGeom>
              <a:avLst/>
              <a:gdLst/>
              <a:ahLst/>
              <a:cxnLst/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36"/>
            <p:cNvSpPr/>
            <p:nvPr/>
          </p:nvSpPr>
          <p:spPr>
            <a:xfrm>
              <a:off x="1002359" y="48890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09" extrusionOk="0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36"/>
            <p:cNvSpPr/>
            <p:nvPr/>
          </p:nvSpPr>
          <p:spPr>
            <a:xfrm>
              <a:off x="1045312" y="526405"/>
              <a:ext cx="69238" cy="94241"/>
            </a:xfrm>
            <a:custGeom>
              <a:avLst/>
              <a:gdLst/>
              <a:ahLst/>
              <a:cxnLst/>
              <a:rect l="l" t="t" r="r" b="b"/>
              <a:pathLst>
                <a:path w="205740" h="280035" extrusionOk="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36"/>
            <p:cNvSpPr/>
            <p:nvPr/>
          </p:nvSpPr>
          <p:spPr>
            <a:xfrm>
              <a:off x="1131540" y="526405"/>
              <a:ext cx="75649" cy="94241"/>
            </a:xfrm>
            <a:custGeom>
              <a:avLst/>
              <a:gdLst/>
              <a:ahLst/>
              <a:cxnLst/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36"/>
            <p:cNvSpPr/>
            <p:nvPr/>
          </p:nvSpPr>
          <p:spPr>
            <a:xfrm>
              <a:off x="1225460" y="487619"/>
              <a:ext cx="76931" cy="131103"/>
            </a:xfrm>
            <a:custGeom>
              <a:avLst/>
              <a:gdLst/>
              <a:ahLst/>
              <a:cxnLst/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36"/>
            <p:cNvSpPr/>
            <p:nvPr/>
          </p:nvSpPr>
          <p:spPr>
            <a:xfrm>
              <a:off x="1324189" y="526726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36"/>
            <p:cNvSpPr/>
            <p:nvPr/>
          </p:nvSpPr>
          <p:spPr>
            <a:xfrm>
              <a:off x="1482539" y="494671"/>
              <a:ext cx="77893" cy="124051"/>
            </a:xfrm>
            <a:custGeom>
              <a:avLst/>
              <a:gdLst/>
              <a:ahLst/>
              <a:cxnLst/>
              <a:rect l="l" t="t" r="r" b="b"/>
              <a:pathLst>
                <a:path w="231457" h="368617" extrusionOk="0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36"/>
            <p:cNvSpPr/>
            <p:nvPr/>
          </p:nvSpPr>
          <p:spPr>
            <a:xfrm>
              <a:off x="1564279" y="526726"/>
              <a:ext cx="76290" cy="93920"/>
            </a:xfrm>
            <a:custGeom>
              <a:avLst/>
              <a:gdLst/>
              <a:ahLst/>
              <a:cxnLst/>
              <a:rect l="l" t="t" r="r" b="b"/>
              <a:pathLst>
                <a:path w="226694" h="279082" extrusionOk="0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36"/>
            <p:cNvSpPr/>
            <p:nvPr/>
          </p:nvSpPr>
          <p:spPr>
            <a:xfrm>
              <a:off x="1667175" y="487619"/>
              <a:ext cx="78854" cy="131103"/>
            </a:xfrm>
            <a:custGeom>
              <a:avLst/>
              <a:gdLst/>
              <a:ahLst/>
              <a:cxnLst/>
              <a:rect l="l" t="t" r="r" b="b"/>
              <a:pathLst>
                <a:path w="234314" h="389572" extrusionOk="0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36"/>
            <p:cNvSpPr/>
            <p:nvPr/>
          </p:nvSpPr>
          <p:spPr>
            <a:xfrm>
              <a:off x="1761416" y="528970"/>
              <a:ext cx="77252" cy="91997"/>
            </a:xfrm>
            <a:custGeom>
              <a:avLst/>
              <a:gdLst/>
              <a:ahLst/>
              <a:cxnLst/>
              <a:rect l="l" t="t" r="r" b="b"/>
              <a:pathLst>
                <a:path w="229552" h="273367" extrusionOk="0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36"/>
            <p:cNvSpPr/>
            <p:nvPr/>
          </p:nvSpPr>
          <p:spPr>
            <a:xfrm>
              <a:off x="1865594" y="487299"/>
              <a:ext cx="20835" cy="131103"/>
            </a:xfrm>
            <a:custGeom>
              <a:avLst/>
              <a:gdLst/>
              <a:ahLst/>
              <a:cxnLst/>
              <a:rect l="l" t="t" r="r" b="b"/>
              <a:pathLst>
                <a:path w="61912" h="389572" extrusionOk="0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36"/>
            <p:cNvSpPr/>
            <p:nvPr/>
          </p:nvSpPr>
          <p:spPr>
            <a:xfrm>
              <a:off x="1905021" y="500120"/>
              <a:ext cx="55775" cy="120526"/>
            </a:xfrm>
            <a:custGeom>
              <a:avLst/>
              <a:gdLst/>
              <a:ahLst/>
              <a:cxnLst/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36"/>
            <p:cNvSpPr/>
            <p:nvPr/>
          </p:nvSpPr>
          <p:spPr>
            <a:xfrm>
              <a:off x="1977144" y="490504"/>
              <a:ext cx="75970" cy="130142"/>
            </a:xfrm>
            <a:custGeom>
              <a:avLst/>
              <a:gdLst/>
              <a:ahLst/>
              <a:cxnLst/>
              <a:rect l="l" t="t" r="r" b="b"/>
              <a:pathLst>
                <a:path w="225742" h="386715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36"/>
            <p:cNvSpPr/>
            <p:nvPr/>
          </p:nvSpPr>
          <p:spPr>
            <a:xfrm>
              <a:off x="2069462" y="500120"/>
              <a:ext cx="55775" cy="120526"/>
            </a:xfrm>
            <a:custGeom>
              <a:avLst/>
              <a:gdLst/>
              <a:ahLst/>
              <a:cxnLst/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9" name="Google Shape;839;p36"/>
          <p:cNvSpPr/>
          <p:nvPr/>
        </p:nvSpPr>
        <p:spPr>
          <a:xfrm>
            <a:off x="7704725" y="225528"/>
            <a:ext cx="1052927" cy="401990"/>
          </a:xfrm>
          <a:custGeom>
            <a:avLst/>
            <a:gdLst/>
            <a:ahLst/>
            <a:cxnLst/>
            <a:rect l="l" t="t" r="r" b="b"/>
            <a:pathLst>
              <a:path w="1456912" h="556225" extrusionOk="0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0" name="Google Shape;840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36"/>
          <p:cNvSpPr>
            <a:spLocks noGrp="1"/>
          </p:cNvSpPr>
          <p:nvPr>
            <p:ph type="pic" idx="2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r Titel | Grau">
  <p:cSld name="Nur Titel | Grau">
    <p:bg>
      <p:bgPr>
        <a:solidFill>
          <a:schemeClr val="dk2"/>
        </a:solidFill>
        <a:effectLst/>
      </p:bgPr>
    </p:bg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7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4" name="Google Shape;844;p37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37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37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847" name="Google Shape;847;p37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37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37"/>
          <p:cNvSpPr txBox="1">
            <a:spLocks noGrp="1"/>
          </p:cNvSpPr>
          <p:nvPr>
            <p:ph type="body" idx="1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850" name="Google Shape;850;p37"/>
          <p:cNvSpPr/>
          <p:nvPr/>
        </p:nvSpPr>
        <p:spPr>
          <a:xfrm>
            <a:off x="7947047" y="224510"/>
            <a:ext cx="810000" cy="309246"/>
          </a:xfrm>
          <a:custGeom>
            <a:avLst/>
            <a:gdLst/>
            <a:ahLst/>
            <a:cxnLst/>
            <a:rect l="l" t="t" r="r" b="b"/>
            <a:pathLst>
              <a:path w="4797018" h="1831428" extrusionOk="0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1" name="Google Shape;851;p37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852" name="Google Shape;852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53" name="Google Shape;853;p37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854" name="Google Shape;854;p37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855" name="Google Shape;855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56" name="Google Shape;856;p3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857" name="Google Shape;857;p37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858" name="Google Shape;858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59" name="Google Shape;859;p3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860" name="Google Shape;860;p37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861" name="Google Shape;861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62" name="Google Shape;862;p3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863" name="Google Shape;863;p37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864" name="Google Shape;864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65" name="Google Shape;865;p37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866" name="Google Shape;866;p37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867" name="Google Shape;867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68" name="Google Shape;868;p37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869" name="Google Shape;869;p37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870" name="Google Shape;870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71" name="Google Shape;871;p37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872" name="Google Shape;872;p37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873" name="Google Shape;873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74" name="Google Shape;874;p37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875" name="Google Shape;875;p37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876" name="Google Shape;876;p37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77" name="Google Shape;877;p37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878" name="Google Shape;878;p37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79" name="Google Shape;879;p37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880" name="Google Shape;880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81" name="Google Shape;881;p37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sp>
        <p:nvSpPr>
          <p:cNvPr id="882" name="Google Shape;882;p37"/>
          <p:cNvSpPr>
            <a:spLocks noGrp="1"/>
          </p:cNvSpPr>
          <p:nvPr>
            <p:ph type="pic" idx="2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883" name="Google Shape;883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chlussfolie">
  <p:cSld name="Schlussfolie">
    <p:bg>
      <p:bgPr>
        <a:solidFill>
          <a:schemeClr val="dk2"/>
        </a:solidFill>
        <a:effectLst/>
      </p:bgPr>
    </p:bg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8"/>
          <p:cNvSpPr txBox="1">
            <a:spLocks noGrp="1"/>
          </p:cNvSpPr>
          <p:nvPr>
            <p:ph type="body" idx="1"/>
          </p:nvPr>
        </p:nvSpPr>
        <p:spPr>
          <a:xfrm>
            <a:off x="0" y="1221581"/>
            <a:ext cx="9144000" cy="3921919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405000" tIns="89100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sp>
        <p:nvSpPr>
          <p:cNvPr id="886" name="Google Shape;886;p38"/>
          <p:cNvSpPr>
            <a:spLocks noGrp="1"/>
          </p:cNvSpPr>
          <p:nvPr>
            <p:ph type="pic" idx="2"/>
          </p:nvPr>
        </p:nvSpPr>
        <p:spPr>
          <a:xfrm>
            <a:off x="0" y="1221581"/>
            <a:ext cx="9144000" cy="392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87" name="Google Shape;887;p38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8"/>
          <p:cNvSpPr txBox="1">
            <a:spLocks noGrp="1"/>
          </p:cNvSpPr>
          <p:nvPr>
            <p:ph type="body" idx="3"/>
          </p:nvPr>
        </p:nvSpPr>
        <p:spPr>
          <a:xfrm>
            <a:off x="388738" y="1985989"/>
            <a:ext cx="8368309" cy="1171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ctr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marL="1371600" lvl="2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marL="2286000" lvl="4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marL="2743200" lvl="5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marL="3200400" lvl="6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marL="3657600" lvl="7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marL="4114800" lvl="8" indent="-3175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>
            <a:endParaRPr/>
          </a:p>
        </p:txBody>
      </p:sp>
      <p:grpSp>
        <p:nvGrpSpPr>
          <p:cNvPr id="889" name="Google Shape;889;p38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890" name="Google Shape;890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91" name="Google Shape;891;p38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892" name="Google Shape;892;p38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893" name="Google Shape;893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94" name="Google Shape;894;p3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895" name="Google Shape;895;p38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896" name="Google Shape;896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97" name="Google Shape;897;p3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898" name="Google Shape;898;p38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899" name="Google Shape;899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00" name="Google Shape;900;p3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901" name="Google Shape;901;p38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902" name="Google Shape;902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03" name="Google Shape;903;p38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904" name="Google Shape;904;p38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905" name="Google Shape;905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06" name="Google Shape;906;p38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907" name="Google Shape;907;p38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908" name="Google Shape;908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09" name="Google Shape;909;p38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910" name="Google Shape;910;p38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911" name="Google Shape;911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12" name="Google Shape;912;p38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913" name="Google Shape;913;p38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914" name="Google Shape;914;p38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15" name="Google Shape;915;p38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916" name="Google Shape;916;p38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917" name="Google Shape;917;p38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918" name="Google Shape;918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19" name="Google Shape;919;p38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920" name="Google Shape;920;p38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921" name="Google Shape;921;p38"/>
            <p:cNvSpPr/>
            <p:nvPr/>
          </p:nvSpPr>
          <p:spPr>
            <a:xfrm>
              <a:off x="519935" y="300420"/>
              <a:ext cx="78213" cy="124372"/>
            </a:xfrm>
            <a:custGeom>
              <a:avLst/>
              <a:gdLst/>
              <a:ahLst/>
              <a:cxnLst/>
              <a:rect l="l" t="t" r="r" b="b"/>
              <a:pathLst>
                <a:path w="232409" h="369569" extrusionOk="0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38"/>
            <p:cNvSpPr/>
            <p:nvPr/>
          </p:nvSpPr>
          <p:spPr>
            <a:xfrm>
              <a:off x="610329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38"/>
            <p:cNvSpPr/>
            <p:nvPr/>
          </p:nvSpPr>
          <p:spPr>
            <a:xfrm>
              <a:off x="679247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38"/>
            <p:cNvSpPr/>
            <p:nvPr/>
          </p:nvSpPr>
          <p:spPr>
            <a:xfrm>
              <a:off x="725086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38"/>
            <p:cNvSpPr/>
            <p:nvPr/>
          </p:nvSpPr>
          <p:spPr>
            <a:xfrm>
              <a:off x="825417" y="293688"/>
              <a:ext cx="83663" cy="133347"/>
            </a:xfrm>
            <a:custGeom>
              <a:avLst/>
              <a:gdLst/>
              <a:ahLst/>
              <a:cxnLst/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38"/>
            <p:cNvSpPr/>
            <p:nvPr/>
          </p:nvSpPr>
          <p:spPr>
            <a:xfrm>
              <a:off x="936967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38"/>
            <p:cNvSpPr/>
            <p:nvPr/>
          </p:nvSpPr>
          <p:spPr>
            <a:xfrm>
              <a:off x="1005565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38"/>
            <p:cNvSpPr/>
            <p:nvPr/>
          </p:nvSpPr>
          <p:spPr>
            <a:xfrm>
              <a:off x="1052044" y="332474"/>
              <a:ext cx="75649" cy="94240"/>
            </a:xfrm>
            <a:custGeom>
              <a:avLst/>
              <a:gdLst/>
              <a:ahLst/>
              <a:cxnLst/>
              <a:rect l="l" t="t" r="r" b="b"/>
              <a:pathLst>
                <a:path w="224789" h="280034" extrusionOk="0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38"/>
            <p:cNvSpPr/>
            <p:nvPr/>
          </p:nvSpPr>
          <p:spPr>
            <a:xfrm>
              <a:off x="1145644" y="293688"/>
              <a:ext cx="77252" cy="131103"/>
            </a:xfrm>
            <a:custGeom>
              <a:avLst/>
              <a:gdLst/>
              <a:ahLst/>
              <a:cxnLst/>
              <a:rect l="l" t="t" r="r" b="b"/>
              <a:pathLst>
                <a:path w="229552" h="389572" extrusionOk="0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38"/>
            <p:cNvSpPr/>
            <p:nvPr/>
          </p:nvSpPr>
          <p:spPr>
            <a:xfrm>
              <a:off x="1246937" y="359721"/>
              <a:ext cx="43915" cy="19874"/>
            </a:xfrm>
            <a:custGeom>
              <a:avLst/>
              <a:gdLst/>
              <a:ahLst/>
              <a:cxnLst/>
              <a:rect l="l" t="t" r="r" b="b"/>
              <a:pathLst>
                <a:path w="130492" h="59055" extrusionOk="0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38"/>
            <p:cNvSpPr/>
            <p:nvPr/>
          </p:nvSpPr>
          <p:spPr>
            <a:xfrm>
              <a:off x="1302071" y="300420"/>
              <a:ext cx="115397" cy="124051"/>
            </a:xfrm>
            <a:custGeom>
              <a:avLst/>
              <a:gdLst/>
              <a:ahLst/>
              <a:cxnLst/>
              <a:rect l="l" t="t" r="r" b="b"/>
              <a:pathLst>
                <a:path w="342900" h="368617" extrusionOk="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38"/>
            <p:cNvSpPr/>
            <p:nvPr/>
          </p:nvSpPr>
          <p:spPr>
            <a:xfrm>
              <a:off x="1436060" y="293688"/>
              <a:ext cx="20835" cy="130783"/>
            </a:xfrm>
            <a:custGeom>
              <a:avLst/>
              <a:gdLst/>
              <a:ahLst/>
              <a:cxnLst/>
              <a:rect l="l" t="t" r="r" b="b"/>
              <a:pathLst>
                <a:path w="61912" h="388620" extrusionOk="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38"/>
            <p:cNvSpPr/>
            <p:nvPr/>
          </p:nvSpPr>
          <p:spPr>
            <a:xfrm>
              <a:off x="1479334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38"/>
            <p:cNvSpPr/>
            <p:nvPr/>
          </p:nvSpPr>
          <p:spPr>
            <a:xfrm>
              <a:off x="1572613" y="334718"/>
              <a:ext cx="85906" cy="89753"/>
            </a:xfrm>
            <a:custGeom>
              <a:avLst/>
              <a:gdLst/>
              <a:ahLst/>
              <a:cxnLst/>
              <a:rect l="l" t="t" r="r" b="b"/>
              <a:pathLst>
                <a:path w="255269" h="266700" extrusionOk="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38"/>
            <p:cNvSpPr/>
            <p:nvPr/>
          </p:nvSpPr>
          <p:spPr>
            <a:xfrm>
              <a:off x="1669733" y="332795"/>
              <a:ext cx="75975" cy="93920"/>
            </a:xfrm>
            <a:custGeom>
              <a:avLst/>
              <a:gdLst/>
              <a:ahLst/>
              <a:cxnLst/>
              <a:rect l="l" t="t" r="r" b="b"/>
              <a:pathLst>
                <a:path w="225759" h="279082" extrusionOk="0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38"/>
            <p:cNvSpPr/>
            <p:nvPr/>
          </p:nvSpPr>
          <p:spPr>
            <a:xfrm>
              <a:off x="1772314" y="332795"/>
              <a:ext cx="77252" cy="91997"/>
            </a:xfrm>
            <a:custGeom>
              <a:avLst/>
              <a:gdLst/>
              <a:ahLst/>
              <a:cxnLst/>
              <a:rect l="l" t="t" r="r" b="b"/>
              <a:pathLst>
                <a:path w="229552" h="273367" extrusionOk="0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38"/>
            <p:cNvSpPr/>
            <p:nvPr/>
          </p:nvSpPr>
          <p:spPr>
            <a:xfrm>
              <a:off x="1871684" y="293688"/>
              <a:ext cx="83663" cy="133347"/>
            </a:xfrm>
            <a:custGeom>
              <a:avLst/>
              <a:gdLst/>
              <a:ahLst/>
              <a:cxnLst/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38"/>
            <p:cNvSpPr/>
            <p:nvPr/>
          </p:nvSpPr>
          <p:spPr>
            <a:xfrm>
              <a:off x="1978106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38"/>
            <p:cNvSpPr/>
            <p:nvPr/>
          </p:nvSpPr>
          <p:spPr>
            <a:xfrm>
              <a:off x="2083566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38"/>
            <p:cNvSpPr/>
            <p:nvPr/>
          </p:nvSpPr>
          <p:spPr>
            <a:xfrm>
              <a:off x="2150561" y="359721"/>
              <a:ext cx="43915" cy="19874"/>
            </a:xfrm>
            <a:custGeom>
              <a:avLst/>
              <a:gdLst/>
              <a:ahLst/>
              <a:cxnLst/>
              <a:rect l="l" t="t" r="r" b="b"/>
              <a:pathLst>
                <a:path w="130492" h="59055" extrusionOk="0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38"/>
            <p:cNvSpPr/>
            <p:nvPr/>
          </p:nvSpPr>
          <p:spPr>
            <a:xfrm>
              <a:off x="2221081" y="300420"/>
              <a:ext cx="97126" cy="126295"/>
            </a:xfrm>
            <a:custGeom>
              <a:avLst/>
              <a:gdLst/>
              <a:ahLst/>
              <a:cxnLst/>
              <a:rect l="l" t="t" r="r" b="b"/>
              <a:pathLst>
                <a:path w="288607" h="375284" extrusionOk="0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38"/>
            <p:cNvSpPr/>
            <p:nvPr/>
          </p:nvSpPr>
          <p:spPr>
            <a:xfrm>
              <a:off x="2346415" y="332795"/>
              <a:ext cx="76931" cy="91997"/>
            </a:xfrm>
            <a:custGeom>
              <a:avLst/>
              <a:gdLst/>
              <a:ahLst/>
              <a:cxnLst/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38"/>
            <p:cNvSpPr/>
            <p:nvPr/>
          </p:nvSpPr>
          <p:spPr>
            <a:xfrm>
              <a:off x="2447067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38"/>
            <p:cNvSpPr/>
            <p:nvPr/>
          </p:nvSpPr>
          <p:spPr>
            <a:xfrm>
              <a:off x="2488418" y="335039"/>
              <a:ext cx="87189" cy="89753"/>
            </a:xfrm>
            <a:custGeom>
              <a:avLst/>
              <a:gdLst/>
              <a:ahLst/>
              <a:cxnLst/>
              <a:rect l="l" t="t" r="r" b="b"/>
              <a:pathLst>
                <a:path w="259079" h="266700" extrusionOk="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38"/>
            <p:cNvSpPr/>
            <p:nvPr/>
          </p:nvSpPr>
          <p:spPr>
            <a:xfrm>
              <a:off x="2585223" y="332795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38"/>
            <p:cNvSpPr/>
            <p:nvPr/>
          </p:nvSpPr>
          <p:spPr>
            <a:xfrm>
              <a:off x="2690683" y="332713"/>
              <a:ext cx="53852" cy="91758"/>
            </a:xfrm>
            <a:custGeom>
              <a:avLst/>
              <a:gdLst/>
              <a:ahLst/>
              <a:cxnLst/>
              <a:rect l="l" t="t" r="r" b="b"/>
              <a:pathLst>
                <a:path w="160019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38"/>
            <p:cNvSpPr/>
            <p:nvPr/>
          </p:nvSpPr>
          <p:spPr>
            <a:xfrm>
              <a:off x="2754472" y="332474"/>
              <a:ext cx="69238" cy="94240"/>
            </a:xfrm>
            <a:custGeom>
              <a:avLst/>
              <a:gdLst/>
              <a:ahLst/>
              <a:cxnLst/>
              <a:rect l="l" t="t" r="r" b="b"/>
              <a:pathLst>
                <a:path w="205739" h="280034" extrusionOk="0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38"/>
            <p:cNvSpPr/>
            <p:nvPr/>
          </p:nvSpPr>
          <p:spPr>
            <a:xfrm>
              <a:off x="2843264" y="29497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38"/>
            <p:cNvSpPr/>
            <p:nvPr/>
          </p:nvSpPr>
          <p:spPr>
            <a:xfrm>
              <a:off x="2884935" y="306189"/>
              <a:ext cx="55775" cy="120525"/>
            </a:xfrm>
            <a:custGeom>
              <a:avLst/>
              <a:gdLst/>
              <a:ahLst/>
              <a:cxnLst/>
              <a:rect l="l" t="t" r="r" b="b"/>
              <a:pathLst>
                <a:path w="165735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38"/>
            <p:cNvSpPr/>
            <p:nvPr/>
          </p:nvSpPr>
          <p:spPr>
            <a:xfrm>
              <a:off x="2957058" y="296573"/>
              <a:ext cx="75970" cy="130142"/>
            </a:xfrm>
            <a:custGeom>
              <a:avLst/>
              <a:gdLst/>
              <a:ahLst/>
              <a:cxnLst/>
              <a:rect l="l" t="t" r="r" b="b"/>
              <a:pathLst>
                <a:path w="225742" h="386714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38"/>
            <p:cNvSpPr/>
            <p:nvPr/>
          </p:nvSpPr>
          <p:spPr>
            <a:xfrm>
              <a:off x="3049376" y="306189"/>
              <a:ext cx="55775" cy="120525"/>
            </a:xfrm>
            <a:custGeom>
              <a:avLst/>
              <a:gdLst/>
              <a:ahLst/>
              <a:cxnLst/>
              <a:rect l="l" t="t" r="r" b="b"/>
              <a:pathLst>
                <a:path w="165734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38"/>
            <p:cNvSpPr/>
            <p:nvPr/>
          </p:nvSpPr>
          <p:spPr>
            <a:xfrm>
              <a:off x="510639" y="494671"/>
              <a:ext cx="92638" cy="124051"/>
            </a:xfrm>
            <a:custGeom>
              <a:avLst/>
              <a:gdLst/>
              <a:ahLst/>
              <a:cxnLst/>
              <a:rect l="l" t="t" r="r" b="b"/>
              <a:pathLst>
                <a:path w="275272" h="368617" extrusionOk="0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38"/>
            <p:cNvSpPr/>
            <p:nvPr/>
          </p:nvSpPr>
          <p:spPr>
            <a:xfrm>
              <a:off x="603919" y="526726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38"/>
            <p:cNvSpPr/>
            <p:nvPr/>
          </p:nvSpPr>
          <p:spPr>
            <a:xfrm>
              <a:off x="703929" y="526405"/>
              <a:ext cx="75649" cy="94241"/>
            </a:xfrm>
            <a:custGeom>
              <a:avLst/>
              <a:gdLst/>
              <a:ahLst/>
              <a:cxnLst/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38"/>
            <p:cNvSpPr/>
            <p:nvPr/>
          </p:nvSpPr>
          <p:spPr>
            <a:xfrm>
              <a:off x="797850" y="487619"/>
              <a:ext cx="76931" cy="131103"/>
            </a:xfrm>
            <a:custGeom>
              <a:avLst/>
              <a:gdLst/>
              <a:ahLst/>
              <a:cxnLst/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38"/>
            <p:cNvSpPr/>
            <p:nvPr/>
          </p:nvSpPr>
          <p:spPr>
            <a:xfrm>
              <a:off x="901707" y="526726"/>
              <a:ext cx="76931" cy="91997"/>
            </a:xfrm>
            <a:custGeom>
              <a:avLst/>
              <a:gdLst/>
              <a:ahLst/>
              <a:cxnLst/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38"/>
            <p:cNvSpPr/>
            <p:nvPr/>
          </p:nvSpPr>
          <p:spPr>
            <a:xfrm>
              <a:off x="1002359" y="488901"/>
              <a:ext cx="26605" cy="129501"/>
            </a:xfrm>
            <a:custGeom>
              <a:avLst/>
              <a:gdLst/>
              <a:ahLst/>
              <a:cxnLst/>
              <a:rect l="l" t="t" r="r" b="b"/>
              <a:pathLst>
                <a:path w="79057" h="384809" extrusionOk="0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38"/>
            <p:cNvSpPr/>
            <p:nvPr/>
          </p:nvSpPr>
          <p:spPr>
            <a:xfrm>
              <a:off x="1045312" y="526405"/>
              <a:ext cx="69238" cy="94241"/>
            </a:xfrm>
            <a:custGeom>
              <a:avLst/>
              <a:gdLst/>
              <a:ahLst/>
              <a:cxnLst/>
              <a:rect l="l" t="t" r="r" b="b"/>
              <a:pathLst>
                <a:path w="205740" h="280035" extrusionOk="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38"/>
            <p:cNvSpPr/>
            <p:nvPr/>
          </p:nvSpPr>
          <p:spPr>
            <a:xfrm>
              <a:off x="1131540" y="526405"/>
              <a:ext cx="75649" cy="94241"/>
            </a:xfrm>
            <a:custGeom>
              <a:avLst/>
              <a:gdLst/>
              <a:ahLst/>
              <a:cxnLst/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38"/>
            <p:cNvSpPr/>
            <p:nvPr/>
          </p:nvSpPr>
          <p:spPr>
            <a:xfrm>
              <a:off x="1225460" y="487619"/>
              <a:ext cx="76931" cy="131103"/>
            </a:xfrm>
            <a:custGeom>
              <a:avLst/>
              <a:gdLst/>
              <a:ahLst/>
              <a:cxnLst/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38"/>
            <p:cNvSpPr/>
            <p:nvPr/>
          </p:nvSpPr>
          <p:spPr>
            <a:xfrm>
              <a:off x="1324189" y="526726"/>
              <a:ext cx="81739" cy="93920"/>
            </a:xfrm>
            <a:custGeom>
              <a:avLst/>
              <a:gdLst/>
              <a:ahLst/>
              <a:cxnLst/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38"/>
            <p:cNvSpPr/>
            <p:nvPr/>
          </p:nvSpPr>
          <p:spPr>
            <a:xfrm>
              <a:off x="1482539" y="494671"/>
              <a:ext cx="77893" cy="124051"/>
            </a:xfrm>
            <a:custGeom>
              <a:avLst/>
              <a:gdLst/>
              <a:ahLst/>
              <a:cxnLst/>
              <a:rect l="l" t="t" r="r" b="b"/>
              <a:pathLst>
                <a:path w="231457" h="368617" extrusionOk="0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38"/>
            <p:cNvSpPr/>
            <p:nvPr/>
          </p:nvSpPr>
          <p:spPr>
            <a:xfrm>
              <a:off x="1564279" y="526726"/>
              <a:ext cx="76290" cy="93920"/>
            </a:xfrm>
            <a:custGeom>
              <a:avLst/>
              <a:gdLst/>
              <a:ahLst/>
              <a:cxnLst/>
              <a:rect l="l" t="t" r="r" b="b"/>
              <a:pathLst>
                <a:path w="226694" h="279082" extrusionOk="0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38"/>
            <p:cNvSpPr/>
            <p:nvPr/>
          </p:nvSpPr>
          <p:spPr>
            <a:xfrm>
              <a:off x="1667175" y="487619"/>
              <a:ext cx="78854" cy="131103"/>
            </a:xfrm>
            <a:custGeom>
              <a:avLst/>
              <a:gdLst/>
              <a:ahLst/>
              <a:cxnLst/>
              <a:rect l="l" t="t" r="r" b="b"/>
              <a:pathLst>
                <a:path w="234314" h="389572" extrusionOk="0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38"/>
            <p:cNvSpPr/>
            <p:nvPr/>
          </p:nvSpPr>
          <p:spPr>
            <a:xfrm>
              <a:off x="1761416" y="528970"/>
              <a:ext cx="77252" cy="91997"/>
            </a:xfrm>
            <a:custGeom>
              <a:avLst/>
              <a:gdLst/>
              <a:ahLst/>
              <a:cxnLst/>
              <a:rect l="l" t="t" r="r" b="b"/>
              <a:pathLst>
                <a:path w="229552" h="273367" extrusionOk="0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38"/>
            <p:cNvSpPr/>
            <p:nvPr/>
          </p:nvSpPr>
          <p:spPr>
            <a:xfrm>
              <a:off x="1865594" y="487299"/>
              <a:ext cx="20835" cy="131103"/>
            </a:xfrm>
            <a:custGeom>
              <a:avLst/>
              <a:gdLst/>
              <a:ahLst/>
              <a:cxnLst/>
              <a:rect l="l" t="t" r="r" b="b"/>
              <a:pathLst>
                <a:path w="61912" h="389572" extrusionOk="0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38"/>
            <p:cNvSpPr/>
            <p:nvPr/>
          </p:nvSpPr>
          <p:spPr>
            <a:xfrm>
              <a:off x="1905021" y="500120"/>
              <a:ext cx="55775" cy="120526"/>
            </a:xfrm>
            <a:custGeom>
              <a:avLst/>
              <a:gdLst/>
              <a:ahLst/>
              <a:cxnLst/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38"/>
            <p:cNvSpPr/>
            <p:nvPr/>
          </p:nvSpPr>
          <p:spPr>
            <a:xfrm>
              <a:off x="1977144" y="490504"/>
              <a:ext cx="75970" cy="130142"/>
            </a:xfrm>
            <a:custGeom>
              <a:avLst/>
              <a:gdLst/>
              <a:ahLst/>
              <a:cxnLst/>
              <a:rect l="l" t="t" r="r" b="b"/>
              <a:pathLst>
                <a:path w="225742" h="386715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2069462" y="500120"/>
              <a:ext cx="55775" cy="120526"/>
            </a:xfrm>
            <a:custGeom>
              <a:avLst/>
              <a:gdLst/>
              <a:ahLst/>
              <a:cxnLst/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0" name="Google Shape;970;p38"/>
          <p:cNvSpPr/>
          <p:nvPr/>
        </p:nvSpPr>
        <p:spPr>
          <a:xfrm>
            <a:off x="7704725" y="225528"/>
            <a:ext cx="1052927" cy="401990"/>
          </a:xfrm>
          <a:custGeom>
            <a:avLst/>
            <a:gdLst/>
            <a:ahLst/>
            <a:cxnLst/>
            <a:rect l="l" t="t" r="r" b="b"/>
            <a:pathLst>
              <a:path w="1456912" h="556225" extrusionOk="0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1" name="Google Shape;97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38"/>
          <p:cNvSpPr>
            <a:spLocks noGrp="1"/>
          </p:cNvSpPr>
          <p:nvPr>
            <p:ph type="pic" idx="4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8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88739" y="1223367"/>
            <a:ext cx="8368308" cy="342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rm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−"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−"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accent4"/>
              </a:buClr>
              <a:buSzPts val="900"/>
              <a:buFont typeface="Noto Sans Symbols"/>
              <a:buChar char="−"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3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59" name="Google Shape;59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0" name="Google Shape;60;p13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61" name="Google Shape;61;p13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62" name="Google Shape;62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3" name="Google Shape;63;p13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64" name="Google Shape;64;p13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65" name="Google Shape;65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6" name="Google Shape;66;p13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67" name="Google Shape;67;p13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68" name="Google Shape;68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9" name="Google Shape;69;p13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70" name="Google Shape;70;p13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71" name="Google Shape;71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2" name="Google Shape;72;p13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73" name="Google Shape;73;p13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74" name="Google Shape;74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5" name="Google Shape;75;p13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76" name="Google Shape;76;p13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77" name="Google Shape;77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8" name="Google Shape;78;p13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79" name="Google Shape;79;p13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80" name="Google Shape;80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1" name="Google Shape;81;p13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82" name="Google Shape;82;p13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83" name="Google Shape;83;p13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4" name="Google Shape;84;p13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85" name="Google Shape;85;p13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6" name="Google Shape;86;p13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87" name="Google Shape;87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8" name="Google Shape;88;p13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sp>
        <p:nvSpPr>
          <p:cNvPr id="89" name="Google Shape;89;p13"/>
          <p:cNvSpPr/>
          <p:nvPr/>
        </p:nvSpPr>
        <p:spPr>
          <a:xfrm>
            <a:off x="7947047" y="224510"/>
            <a:ext cx="810000" cy="309246"/>
          </a:xfrm>
          <a:custGeom>
            <a:avLst/>
            <a:gdLst/>
            <a:ahLst/>
            <a:cxnLst/>
            <a:rect l="l" t="t" r="r" b="b"/>
            <a:pathLst>
              <a:path w="4797018" h="1831428" extrusionOk="0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44">
          <p15:clr>
            <a:srgbClr val="F26B43"/>
          </p15:clr>
        </p15:guide>
        <p15:guide id="4" pos="5516">
          <p15:clr>
            <a:srgbClr val="F26B43"/>
          </p15:clr>
        </p15:guide>
        <p15:guide id="5" orient="horz" pos="140">
          <p15:clr>
            <a:srgbClr val="F26B43"/>
          </p15:clr>
        </p15:guide>
        <p15:guide id="6" orient="horz" pos="599">
          <p15:clr>
            <a:srgbClr val="F26B43"/>
          </p15:clr>
        </p15:guide>
        <p15:guide id="7" orient="horz" pos="769">
          <p15:clr>
            <a:srgbClr val="F26B43"/>
          </p15:clr>
        </p15:guide>
        <p15:guide id="8" orient="horz" pos="2929">
          <p15:clr>
            <a:srgbClr val="F26B43"/>
          </p15:clr>
        </p15:guide>
        <p15:guide id="9" orient="horz" pos="3133">
          <p15:clr>
            <a:srgbClr val="F26B43"/>
          </p15:clr>
        </p15:guide>
        <p15:guide id="10" pos="2931">
          <p15:clr>
            <a:srgbClr val="F26B43"/>
          </p15:clr>
        </p15:guide>
        <p15:guide id="11" pos="282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403" name="Google Shape;403;p18"/>
          <p:cNvSpPr txBox="1">
            <a:spLocks noGrp="1"/>
          </p:cNvSpPr>
          <p:nvPr>
            <p:ph type="body" idx="1"/>
          </p:nvPr>
        </p:nvSpPr>
        <p:spPr>
          <a:xfrm>
            <a:off x="388739" y="1223367"/>
            <a:ext cx="8368308" cy="342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norm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−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−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accent4"/>
              </a:buClr>
              <a:buSzPts val="900"/>
              <a:buFont typeface="Noto Sans Symbols"/>
              <a:buChar char="−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4" name="Google Shape;404;p18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5" name="Google Shape;405;p18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6" name="Google Shape;406;p18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407" name="Google Shape;407;p18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9" name="Google Shape;409;p18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410" name="Google Shape;410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11" name="Google Shape;411;p18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412" name="Google Shape;412;p18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413" name="Google Shape;413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14" name="Google Shape;414;p1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415" name="Google Shape;415;p18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416" name="Google Shape;416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17" name="Google Shape;417;p1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418" name="Google Shape;418;p18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419" name="Google Shape;419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20" name="Google Shape;420;p1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421" name="Google Shape;421;p18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422" name="Google Shape;422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23" name="Google Shape;423;p18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424" name="Google Shape;424;p18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425" name="Google Shape;425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26" name="Google Shape;426;p18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427" name="Google Shape;427;p18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428" name="Google Shape;428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29" name="Google Shape;429;p18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430" name="Google Shape;430;p18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431" name="Google Shape;431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32" name="Google Shape;432;p18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433" name="Google Shape;433;p18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434" name="Google Shape;434;p18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35" name="Google Shape;435;p18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436" name="Google Shape;436;p18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437" name="Google Shape;437;p18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438" name="Google Shape;438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39" name="Google Shape;439;p18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sp>
        <p:nvSpPr>
          <p:cNvPr id="440" name="Google Shape;440;p18"/>
          <p:cNvSpPr/>
          <p:nvPr/>
        </p:nvSpPr>
        <p:spPr>
          <a:xfrm>
            <a:off x="7947047" y="224510"/>
            <a:ext cx="810000" cy="309246"/>
          </a:xfrm>
          <a:custGeom>
            <a:avLst/>
            <a:gdLst/>
            <a:ahLst/>
            <a:cxnLst/>
            <a:rect l="l" t="t" r="r" b="b"/>
            <a:pathLst>
              <a:path w="4797018" h="1831428" extrusionOk="0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44">
          <p15:clr>
            <a:srgbClr val="F26B43"/>
          </p15:clr>
        </p15:guide>
        <p15:guide id="4" pos="5516">
          <p15:clr>
            <a:srgbClr val="F26B43"/>
          </p15:clr>
        </p15:guide>
        <p15:guide id="5" orient="horz" pos="140">
          <p15:clr>
            <a:srgbClr val="F26B43"/>
          </p15:clr>
        </p15:guide>
        <p15:guide id="6" orient="horz" pos="599">
          <p15:clr>
            <a:srgbClr val="F26B43"/>
          </p15:clr>
        </p15:guide>
        <p15:guide id="7" orient="horz" pos="769">
          <p15:clr>
            <a:srgbClr val="F26B43"/>
          </p15:clr>
        </p15:guide>
        <p15:guide id="8" orient="horz" pos="2929">
          <p15:clr>
            <a:srgbClr val="F26B43"/>
          </p15:clr>
        </p15:guide>
        <p15:guide id="9" orient="horz" pos="3133">
          <p15:clr>
            <a:srgbClr val="F26B43"/>
          </p15:clr>
        </p15:guide>
        <p15:guide id="10" pos="2931">
          <p15:clr>
            <a:srgbClr val="F26B43"/>
          </p15:clr>
        </p15:guide>
        <p15:guide id="11" pos="282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comments" Target="../comments/commen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9"/>
          <p:cNvSpPr txBox="1">
            <a:spLocks noGrp="1"/>
          </p:cNvSpPr>
          <p:nvPr>
            <p:ph type="body" idx="1"/>
          </p:nvPr>
        </p:nvSpPr>
        <p:spPr>
          <a:xfrm>
            <a:off x="0" y="1221581"/>
            <a:ext cx="9144000" cy="3921919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405000" tIns="89100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endParaRPr/>
          </a:p>
        </p:txBody>
      </p:sp>
      <p:pic>
        <p:nvPicPr>
          <p:cNvPr id="978" name="Google Shape;978;p39" descr="Ein Bild, das Text, Geschirr enthält.&#10;&#10;Automatisch generierte Beschreibu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1875" b="11874"/>
          <a:stretch/>
        </p:blipFill>
        <p:spPr>
          <a:xfrm>
            <a:off x="0" y="940699"/>
            <a:ext cx="9144000" cy="420280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979" name="Google Shape;979;p39"/>
          <p:cNvSpPr txBox="1">
            <a:spLocks noGrp="1"/>
          </p:cNvSpPr>
          <p:nvPr>
            <p:ph type="title"/>
          </p:nvPr>
        </p:nvSpPr>
        <p:spPr>
          <a:xfrm>
            <a:off x="524593" y="1577744"/>
            <a:ext cx="8406147" cy="878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lang="en" sz="2700"/>
              <a:t>Automatic Detection of Parkinson’s Disease </a:t>
            </a:r>
            <a:br>
              <a:rPr lang="en" sz="2700"/>
            </a:br>
            <a:r>
              <a:rPr lang="en" sz="2700"/>
              <a:t>Using Gait Signals and State Space Models/Mamba</a:t>
            </a:r>
            <a:endParaRPr sz="2700"/>
          </a:p>
        </p:txBody>
      </p:sp>
      <p:sp>
        <p:nvSpPr>
          <p:cNvPr id="980" name="Google Shape;980;p39"/>
          <p:cNvSpPr txBox="1"/>
          <p:nvPr/>
        </p:nvSpPr>
        <p:spPr>
          <a:xfrm>
            <a:off x="2683713" y="2643602"/>
            <a:ext cx="4302033" cy="18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Task 1: Baseline Data Analysis &amp; TSFresh Feature Exploration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39"/>
          <p:cNvSpPr txBox="1"/>
          <p:nvPr/>
        </p:nvSpPr>
        <p:spPr>
          <a:xfrm>
            <a:off x="88475" y="3850050"/>
            <a:ext cx="4564500" cy="11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Saranya Bhattacharjee</a:t>
            </a:r>
            <a:r>
              <a:rPr lang="en">
                <a:solidFill>
                  <a:schemeClr val="lt1"/>
                </a:solidFill>
              </a:rPr>
              <a:t> (</a:t>
            </a:r>
            <a:r>
              <a:rPr lang="en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aj81owid</a:t>
            </a:r>
            <a:r>
              <a:rPr lang="en">
                <a:solidFill>
                  <a:schemeClr val="lt1"/>
                </a:solidFill>
              </a:rPr>
              <a:t>)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MSc Artificial Intelligence</a:t>
            </a:r>
            <a:endParaRPr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Time Series,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Pattern Recognition La</a:t>
            </a:r>
            <a:r>
              <a:rPr lang="en">
                <a:solidFill>
                  <a:schemeClr val="lt1"/>
                </a:solidFill>
              </a:rPr>
              <a:t>b</a:t>
            </a:r>
            <a:endParaRPr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Supervisor: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Dr.-Ing. Tomás Arias-Vergara 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Date: 07 November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0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November 2025</a:t>
            </a:r>
            <a:endParaRPr/>
          </a:p>
        </p:txBody>
      </p:sp>
      <p:sp>
        <p:nvSpPr>
          <p:cNvPr id="987" name="Google Shape;987;p40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988" name="Google Shape;988;p40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989" name="Google Shape;989;p40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</a:pPr>
            <a:r>
              <a:rPr lang="en"/>
              <a:t>Dataset Overview: PhysioNet</a:t>
            </a:r>
            <a:endParaRPr/>
          </a:p>
        </p:txBody>
      </p:sp>
      <p:sp>
        <p:nvSpPr>
          <p:cNvPr id="990" name="Google Shape;990;p40"/>
          <p:cNvSpPr txBox="1"/>
          <p:nvPr/>
        </p:nvSpPr>
        <p:spPr>
          <a:xfrm>
            <a:off x="443750" y="1122825"/>
            <a:ext cx="83133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Contains </a:t>
            </a:r>
            <a:r>
              <a:rPr lang="en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vertical ground reaction force (vGRF)</a:t>
            </a:r>
            <a:r>
              <a:rPr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signals from 8 sensors per foot (16 total channels).</a:t>
            </a:r>
            <a:endParaRPr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</a:pPr>
            <a:r>
              <a:rPr lang="en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Recording duration</a:t>
            </a:r>
            <a:r>
              <a:rPr lang="en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~2 minutes of natural walking on an 8-force-plate walkway.</a:t>
            </a:r>
            <a:endParaRPr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</a:pPr>
            <a:r>
              <a:rPr lang="en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Sampling frequency</a:t>
            </a:r>
            <a:r>
              <a:rPr lang="en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100 Hz (</a:t>
            </a:r>
            <a:r>
              <a:rPr lang="en">
                <a:solidFill>
                  <a:schemeClr val="dk1"/>
                </a:solidFill>
              </a:rPr>
              <a:t>≈ 12 000 samples per foot, ≈ 24 000 total per subject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</a:pPr>
            <a:r>
              <a:rPr lang="en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Clinical evaluation</a:t>
            </a:r>
            <a:r>
              <a:rPr lang="en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Unified Parkinson’s Disease Rating Scale (UPDRS) for PD subjects.</a:t>
            </a:r>
            <a:endParaRPr>
              <a:solidFill>
                <a:schemeClr val="dk1"/>
              </a:solidFill>
            </a:endParaRPr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</a:pPr>
            <a:r>
              <a:rPr lang="en">
                <a:solidFill>
                  <a:schemeClr val="dk1"/>
                </a:solidFill>
              </a:rPr>
              <a:t>Higher UPDRS scores indicate greater motor symptom severity.</a:t>
            </a:r>
            <a:endParaRPr>
              <a:solidFill>
                <a:schemeClr val="dk1"/>
              </a:solidFill>
            </a:endParaRPr>
          </a:p>
          <a:p>
            <a:pPr marL="0" marR="0" lvl="0" indent="-69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" b="1">
                <a:solidFill>
                  <a:schemeClr val="accent2"/>
                </a:solidFill>
              </a:rPr>
              <a:t>Aim (for this task): </a:t>
            </a:r>
            <a:endParaRPr b="1">
              <a:solidFill>
                <a:schemeClr val="accent2"/>
              </a:solidFill>
            </a:endParaRPr>
          </a:p>
          <a:p>
            <a:pPr marL="0" marR="0" lvl="0" indent="-69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">
                <a:solidFill>
                  <a:schemeClr val="dk1"/>
                </a:solidFill>
              </a:rPr>
              <a:t>To explore baseline gait signal characteristics and extract TSFresh-based features for future State Space Model (SSM) analysis.</a:t>
            </a:r>
            <a:endParaRPr>
              <a:solidFill>
                <a:schemeClr val="dk1"/>
              </a:solidFill>
            </a:endParaRPr>
          </a:p>
          <a:p>
            <a:pPr marL="0" marR="0" lvl="0" indent="-69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">
                <a:solidFill>
                  <a:schemeClr val="dk1"/>
                </a:solidFill>
              </a:rPr>
              <a:t>Only usual-walking trials (‘01’) were used to ensure consistent gait conditions.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40"/>
          <p:cNvSpPr txBox="1">
            <a:spLocks noGrp="1"/>
          </p:cNvSpPr>
          <p:nvPr>
            <p:ph type="body" idx="3"/>
          </p:nvPr>
        </p:nvSpPr>
        <p:spPr>
          <a:xfrm>
            <a:off x="388750" y="515700"/>
            <a:ext cx="5899200" cy="184800"/>
          </a:xfrm>
          <a:prstGeom prst="rect">
            <a:avLst/>
          </a:prstGeom>
        </p:spPr>
        <p:txBody>
          <a:bodyPr spcFirstLastPara="1" wrap="square" lIns="0" tIns="0" rIns="270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Gait in Parkinson’s Disease Database (</a:t>
            </a:r>
            <a:r>
              <a:rPr lang="en" i="1">
                <a:solidFill>
                  <a:schemeClr val="dk1"/>
                </a:solidFill>
              </a:rPr>
              <a:t>166 subjects — 93 PD, 73 healthy controls)</a:t>
            </a:r>
            <a:endParaRPr/>
          </a:p>
        </p:txBody>
      </p:sp>
      <p:pic>
        <p:nvPicPr>
          <p:cNvPr id="992" name="Google Shape;992;p40" title="descriptive_stats_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863" y="3050000"/>
            <a:ext cx="8064374" cy="170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1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998" name="Google Shape;998;p41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999" name="Google Shape;999;p41"/>
          <p:cNvSpPr txBox="1">
            <a:spLocks noGrp="1"/>
          </p:cNvSpPr>
          <p:nvPr>
            <p:ph type="title"/>
          </p:nvPr>
        </p:nvSpPr>
        <p:spPr>
          <a:xfrm>
            <a:off x="388739" y="225889"/>
            <a:ext cx="51333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</a:pPr>
            <a:r>
              <a:rPr lang="en"/>
              <a:t>Dataset Overview: PhysioNet</a:t>
            </a:r>
            <a:endParaRPr/>
          </a:p>
        </p:txBody>
      </p:sp>
      <p:sp>
        <p:nvSpPr>
          <p:cNvPr id="1000" name="Google Shape;1000;p41"/>
          <p:cNvSpPr txBox="1">
            <a:spLocks noGrp="1"/>
          </p:cNvSpPr>
          <p:nvPr>
            <p:ph type="body" idx="3"/>
          </p:nvPr>
        </p:nvSpPr>
        <p:spPr>
          <a:xfrm>
            <a:off x="388750" y="515700"/>
            <a:ext cx="5899200" cy="184800"/>
          </a:xfrm>
          <a:prstGeom prst="rect">
            <a:avLst/>
          </a:prstGeom>
        </p:spPr>
        <p:txBody>
          <a:bodyPr spcFirstLastPara="1" wrap="square" lIns="0" tIns="0" rIns="270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Gait in Parkinson’s Disease Database (</a:t>
            </a:r>
            <a:r>
              <a:rPr lang="en" i="1">
                <a:solidFill>
                  <a:schemeClr val="dk1"/>
                </a:solidFill>
              </a:rPr>
              <a:t>166 subjects — 93 PD, 73 healthy controls)</a:t>
            </a:r>
            <a:endParaRPr/>
          </a:p>
        </p:txBody>
      </p:sp>
      <p:sp>
        <p:nvSpPr>
          <p:cNvPr id="1001" name="Google Shape;1001;p41"/>
          <p:cNvSpPr txBox="1"/>
          <p:nvPr/>
        </p:nvSpPr>
        <p:spPr>
          <a:xfrm>
            <a:off x="246375" y="3491350"/>
            <a:ext cx="3276900" cy="1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Male PD patients show slightly higher UPDRS scores and greater variability than females (p = 0.049; Cliff’s δ = 0.25, small effect), indicating marginally stronger motor impairment.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02" name="Google Shape;1002;p41"/>
          <p:cNvSpPr txBox="1"/>
          <p:nvPr/>
        </p:nvSpPr>
        <p:spPr>
          <a:xfrm>
            <a:off x="3464050" y="3221150"/>
            <a:ext cx="2823900" cy="8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Balanced dataset with slightly higher representation of male PD participants.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03" name="Google Shape;1003;p41"/>
          <p:cNvSpPr txBox="1"/>
          <p:nvPr/>
        </p:nvSpPr>
        <p:spPr>
          <a:xfrm>
            <a:off x="6586975" y="3273900"/>
            <a:ext cx="2470500" cy="8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PD and HC groups are closely age-matched, minimizing demographic confounds.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pic>
        <p:nvPicPr>
          <p:cNvPr id="1004" name="Google Shape;1004;p41" title="sex_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2375" y="1054425"/>
            <a:ext cx="3179249" cy="221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41" title="age_distribu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2000" y="1221575"/>
            <a:ext cx="3101998" cy="199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41" title="updrs_boxplot_pd_statsbelow.png"/>
          <p:cNvPicPr preferRelativeResize="0"/>
          <p:nvPr/>
        </p:nvPicPr>
        <p:blipFill rotWithShape="1">
          <a:blip r:embed="rId5">
            <a:alphaModFix/>
          </a:blip>
          <a:srcRect t="961" b="961"/>
          <a:stretch/>
        </p:blipFill>
        <p:spPr>
          <a:xfrm>
            <a:off x="92550" y="1098050"/>
            <a:ext cx="2961500" cy="24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41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November 2025</a:t>
            </a:r>
            <a:endParaRPr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2"/>
          <p:cNvSpPr txBox="1">
            <a:spLocks noGrp="1"/>
          </p:cNvSpPr>
          <p:nvPr>
            <p:ph type="title"/>
          </p:nvPr>
        </p:nvSpPr>
        <p:spPr>
          <a:xfrm>
            <a:off x="386975" y="102800"/>
            <a:ext cx="65763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Vertical Ground Reaction Forces (vGRF) Cycles : Parkinson’s Disease vs Healthy Control</a:t>
            </a:r>
            <a:endParaRPr/>
          </a:p>
        </p:txBody>
      </p:sp>
      <p:sp>
        <p:nvSpPr>
          <p:cNvPr id="1013" name="Google Shape;1013;p42"/>
          <p:cNvSpPr txBox="1"/>
          <p:nvPr/>
        </p:nvSpPr>
        <p:spPr>
          <a:xfrm>
            <a:off x="115800" y="3443225"/>
            <a:ext cx="9028200" cy="13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accent2"/>
                </a:solidFill>
              </a:rPr>
              <a:t>Parkinson’s Disease (SiPt29, UPDRS = 70, 72 y, 0.86 m/s)</a:t>
            </a:r>
            <a:r>
              <a:rPr lang="en" sz="1100" b="1" dirty="0">
                <a:solidFill>
                  <a:schemeClr val="dk1"/>
                </a:solidFill>
              </a:rPr>
              <a:t>: </a:t>
            </a:r>
            <a:r>
              <a:rPr lang="en" sz="1100" dirty="0">
                <a:solidFill>
                  <a:schemeClr val="dk1"/>
                </a:solidFill>
              </a:rPr>
              <a:t>Lower peak vGRF (near 1.27 × BW) and greater inter-limb asymmetry indicate reduced push-off force and impaired stance control, typical of bradykinetic gait.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accent2"/>
                </a:solidFill>
              </a:rPr>
              <a:t>Healthy Control (JuCo17, 65 y, 1.54 m/s)</a:t>
            </a:r>
            <a:r>
              <a:rPr lang="en" sz="1100" b="1" dirty="0">
                <a:solidFill>
                  <a:schemeClr val="dk1"/>
                </a:solidFill>
              </a:rPr>
              <a:t>: </a:t>
            </a:r>
            <a:r>
              <a:rPr lang="en" sz="1100" dirty="0">
                <a:solidFill>
                  <a:schemeClr val="dk1"/>
                </a:solidFill>
              </a:rPr>
              <a:t>Balanced, rhythmic vGRF cycles with peaks near 1.30 × BW reflect stable gait rhythm and efficient weight transfer between limbs.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accent2"/>
                </a:solidFill>
              </a:rPr>
              <a:t>Observation:</a:t>
            </a:r>
            <a:r>
              <a:rPr lang="en" sz="1100" b="1" dirty="0">
                <a:solidFill>
                  <a:schemeClr val="dk1"/>
                </a:solidFill>
              </a:rPr>
              <a:t> </a:t>
            </a:r>
            <a:r>
              <a:rPr lang="en" sz="1100" dirty="0">
                <a:solidFill>
                  <a:schemeClr val="dk1"/>
                </a:solidFill>
              </a:rPr>
              <a:t>PD subject shows less consistent inter-limb timing and lower load transfer efficiency than HC, consistent with postural instability and reduced propulsion.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 dirty="0">
                <a:solidFill>
                  <a:schemeClr val="dk1"/>
                </a:solidFill>
              </a:rPr>
              <a:t>          Technische Fakultät</a:t>
            </a:r>
            <a:endParaRPr sz="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1014" name="Google Shape;1014;p42"/>
          <p:cNvSpPr txBox="1"/>
          <p:nvPr/>
        </p:nvSpPr>
        <p:spPr>
          <a:xfrm>
            <a:off x="386975" y="601400"/>
            <a:ext cx="666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5-seconds segment sampled at 100 Hz (8 sensors per foot) - Usual walking (walk 01)</a:t>
            </a:r>
            <a:endParaRPr/>
          </a:p>
        </p:txBody>
      </p:sp>
      <p:pic>
        <p:nvPicPr>
          <p:cNvPr id="1015" name="Google Shape;1015;p42" title="vgrf_PD_vs_HC_5s_usualwal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1400" y="1036975"/>
            <a:ext cx="6576302" cy="2655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42"/>
          <p:cNvSpPr txBox="1"/>
          <p:nvPr/>
        </p:nvSpPr>
        <p:spPr>
          <a:xfrm rot="5399432">
            <a:off x="6627632" y="2204404"/>
            <a:ext cx="1817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chemeClr val="dk1"/>
                </a:solidFill>
              </a:rPr>
              <a:t>BW stands for Body Weight</a:t>
            </a:r>
            <a:endParaRPr sz="900" i="1">
              <a:solidFill>
                <a:schemeClr val="dk1"/>
              </a:solidFill>
            </a:endParaRPr>
          </a:p>
        </p:txBody>
      </p:sp>
      <p:sp>
        <p:nvSpPr>
          <p:cNvPr id="1017" name="Google Shape;1017;p42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018" name="Google Shape;1018;p42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November 2025</a:t>
            </a:r>
            <a:endParaRPr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43"/>
          <p:cNvSpPr txBox="1">
            <a:spLocks noGrp="1"/>
          </p:cNvSpPr>
          <p:nvPr>
            <p:ph type="title"/>
          </p:nvPr>
        </p:nvSpPr>
        <p:spPr>
          <a:xfrm>
            <a:off x="388739" y="121489"/>
            <a:ext cx="51333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Normalized vGRF Stride Comparison: Parkinson’s Disease vs Healthy Control</a:t>
            </a:r>
            <a:endParaRPr/>
          </a:p>
        </p:txBody>
      </p:sp>
      <p:sp>
        <p:nvSpPr>
          <p:cNvPr id="1024" name="Google Shape;1024;p43"/>
          <p:cNvSpPr txBox="1"/>
          <p:nvPr/>
        </p:nvSpPr>
        <p:spPr>
          <a:xfrm>
            <a:off x="316650" y="566425"/>
            <a:ext cx="666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Normalized across 0–100% gait cycle, </a:t>
            </a:r>
            <a:r>
              <a:rPr lang="en" sz="1300" b="1">
                <a:solidFill>
                  <a:schemeClr val="dk1"/>
                </a:solidFill>
              </a:rPr>
              <a:t>right foot </a:t>
            </a:r>
            <a:r>
              <a:rPr lang="en" sz="1300">
                <a:solidFill>
                  <a:schemeClr val="dk1"/>
                </a:solidFill>
              </a:rPr>
              <a:t>(</a:t>
            </a:r>
            <a:r>
              <a:rPr lang="en" sz="1300" i="1">
                <a:solidFill>
                  <a:schemeClr val="dk1"/>
                </a:solidFill>
              </a:rPr>
              <a:t>SiPt29 vs JuCo17</a:t>
            </a:r>
            <a:r>
              <a:rPr lang="en" sz="1300">
                <a:solidFill>
                  <a:schemeClr val="dk1"/>
                </a:solidFill>
              </a:rPr>
              <a:t>)</a:t>
            </a:r>
            <a:endParaRPr/>
          </a:p>
        </p:txBody>
      </p:sp>
      <p:sp>
        <p:nvSpPr>
          <p:cNvPr id="1025" name="Google Shape;1025;p43"/>
          <p:cNvSpPr txBox="1">
            <a:spLocks noGrp="1"/>
          </p:cNvSpPr>
          <p:nvPr>
            <p:ph type="body" idx="2"/>
          </p:nvPr>
        </p:nvSpPr>
        <p:spPr>
          <a:xfrm>
            <a:off x="5885850" y="1002050"/>
            <a:ext cx="3418800" cy="3819300"/>
          </a:xfrm>
          <a:prstGeom prst="rect">
            <a:avLst/>
          </a:prstGeom>
        </p:spPr>
        <p:txBody>
          <a:bodyPr spcFirstLastPara="1" wrap="square" lIns="0" tIns="0" rIns="270000" bIns="0" anchor="t" anchorCtr="0">
            <a:normAutofit fontScale="25000" lnSpcReduction="20000"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200" b="1"/>
              <a:t>PD subject</a:t>
            </a:r>
            <a:r>
              <a:rPr lang="en" sz="5200"/>
              <a:t> (</a:t>
            </a:r>
            <a:r>
              <a:rPr lang="en" sz="5200" i="1"/>
              <a:t>SiPt29</a:t>
            </a:r>
            <a:r>
              <a:rPr lang="en" sz="5200"/>
              <a:t>) shows lower and flatter vGRF throughout the stride → reduced loading and propulsion.</a:t>
            </a:r>
            <a:endParaRPr sz="5200"/>
          </a:p>
          <a:p>
            <a:pPr marL="45720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5200"/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SzPct val="100000"/>
              <a:buChar char="●"/>
            </a:pPr>
            <a:r>
              <a:rPr lang="en" sz="5200" b="1"/>
              <a:t>Healthy Control</a:t>
            </a:r>
            <a:r>
              <a:rPr lang="en" sz="5200"/>
              <a:t> (</a:t>
            </a:r>
            <a:r>
              <a:rPr lang="en" sz="5200" i="1"/>
              <a:t>JuCo17</a:t>
            </a:r>
            <a:r>
              <a:rPr lang="en" sz="5200"/>
              <a:t>) retains the two-peak pattern (heel strike + push-off) → rhythmic, symmetric gait.</a:t>
            </a:r>
            <a:endParaRPr sz="5200"/>
          </a:p>
          <a:p>
            <a:pPr marL="45720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5200"/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SzPct val="100000"/>
              <a:buChar char="●"/>
            </a:pPr>
            <a:r>
              <a:rPr lang="en" sz="5200"/>
              <a:t>PD displays merged peaks and greater variability (20–80 %) → unstable stance control.</a:t>
            </a:r>
            <a:endParaRPr sz="5200"/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5200"/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SzPct val="100000"/>
              <a:buChar char="●"/>
            </a:pPr>
            <a:r>
              <a:rPr lang="en" sz="5200" b="1"/>
              <a:t>Overall: PD gait = less amplitude, less symmetry, less efficiency.</a:t>
            </a:r>
            <a:endParaRPr sz="5200" b="1"/>
          </a:p>
          <a:p>
            <a:pPr marL="45720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900" b="1"/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 b="1"/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endParaRPr/>
          </a:p>
        </p:txBody>
      </p:sp>
      <p:sp>
        <p:nvSpPr>
          <p:cNvPr id="1026" name="Google Shape;1026;p43"/>
          <p:cNvSpPr>
            <a:spLocks noGrp="1"/>
          </p:cNvSpPr>
          <p:nvPr>
            <p:ph type="pic" idx="4"/>
          </p:nvPr>
        </p:nvSpPr>
        <p:spPr>
          <a:xfrm>
            <a:off x="5925110" y="225889"/>
            <a:ext cx="810000" cy="289800"/>
          </a:xfrm>
          <a:prstGeom prst="rect">
            <a:avLst/>
          </a:prstGeom>
        </p:spPr>
      </p:sp>
      <p:sp>
        <p:nvSpPr>
          <p:cNvPr id="1027" name="Google Shape;1027;p43"/>
          <p:cNvSpPr txBox="1"/>
          <p:nvPr/>
        </p:nvSpPr>
        <p:spPr>
          <a:xfrm>
            <a:off x="0" y="4151975"/>
            <a:ext cx="58857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i="1">
                <a:solidFill>
                  <a:schemeClr val="dk1"/>
                </a:solidFill>
              </a:rPr>
              <a:t>Mean ± 1 SD across detected cycles per subject.</a:t>
            </a:r>
            <a:endParaRPr sz="1100" i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i="1">
                <a:solidFill>
                  <a:schemeClr val="dk1"/>
                </a:solidFill>
              </a:rPr>
              <a:t>n denotes the number of detected gait cycles per subject used to compute the mean ± 1 SD curves.</a:t>
            </a:r>
            <a:endParaRPr sz="1200" i="1">
              <a:solidFill>
                <a:schemeClr val="dk1"/>
              </a:solidFill>
            </a:endParaRPr>
          </a:p>
        </p:txBody>
      </p:sp>
      <p:pic>
        <p:nvPicPr>
          <p:cNvPr id="1028" name="Google Shape;1028;p43" title="mean_normalized_stride_PD_vs_HC_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6900" y="1315101"/>
            <a:ext cx="6126623" cy="267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43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030" name="Google Shape;1030;p43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031" name="Google Shape;1031;p43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November 2025</a:t>
            </a:r>
            <a:endParaRPr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4"/>
          <p:cNvSpPr txBox="1">
            <a:spLocks noGrp="1"/>
          </p:cNvSpPr>
          <p:nvPr>
            <p:ph type="title"/>
          </p:nvPr>
        </p:nvSpPr>
        <p:spPr>
          <a:xfrm>
            <a:off x="386977" y="121500"/>
            <a:ext cx="5911800" cy="24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Extraction and PCA Preparation Pipeline</a:t>
            </a:r>
            <a:endParaRPr/>
          </a:p>
        </p:txBody>
      </p:sp>
      <p:sp>
        <p:nvSpPr>
          <p:cNvPr id="1037" name="Google Shape;1037;p44"/>
          <p:cNvSpPr txBox="1"/>
          <p:nvPr/>
        </p:nvSpPr>
        <p:spPr>
          <a:xfrm>
            <a:off x="290063" y="177643"/>
            <a:ext cx="63582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Transforming raw vGRF signals into normalized, subject-level feature representations suitable for dimensionality-reduction analysis.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  <p:graphicFrame>
        <p:nvGraphicFramePr>
          <p:cNvPr id="1038" name="Google Shape;1038;p44"/>
          <p:cNvGraphicFramePr/>
          <p:nvPr>
            <p:extLst>
              <p:ext uri="{D42A27DB-BD31-4B8C-83A1-F6EECF244321}">
                <p14:modId xmlns:p14="http://schemas.microsoft.com/office/powerpoint/2010/main" val="1881328602"/>
              </p:ext>
            </p:extLst>
          </p:nvPr>
        </p:nvGraphicFramePr>
        <p:xfrm>
          <a:off x="386963" y="1392350"/>
          <a:ext cx="6164400" cy="3116885"/>
        </p:xfrm>
        <a:graphic>
          <a:graphicData uri="http://schemas.openxmlformats.org/drawingml/2006/table">
            <a:tbl>
              <a:tblPr>
                <a:noFill/>
                <a:tableStyleId>{EED33C29-D2A3-4472-B553-4FD25333C4A7}</a:tableStyleId>
              </a:tblPr>
              <a:tblGrid>
                <a:gridCol w="134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Step</a:t>
                      </a:r>
                      <a:endParaRPr sz="9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Description</a:t>
                      </a:r>
                      <a:endParaRPr sz="9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Key Parameters / Notes</a:t>
                      </a:r>
                      <a:endParaRPr sz="9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accent2"/>
                          </a:solidFill>
                        </a:rPr>
                        <a:t>1. Signal Composition</a:t>
                      </a:r>
                      <a:endParaRPr sz="800" b="1"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Summed 8 load-cell forces per foot → total vertical GRF (vGRF).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Units: Newtons (N)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accent2"/>
                          </a:solidFill>
                        </a:rPr>
                        <a:t>2. Windowing</a:t>
                      </a:r>
                      <a:endParaRPr sz="800" b="1"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Sliding windows across each signal to capture local gait dynamics.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dk1"/>
                          </a:solidFill>
                        </a:rPr>
                        <a:t>300 ms window</a:t>
                      </a:r>
                      <a:r>
                        <a:rPr lang="en" sz="8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" sz="800" b="1">
                          <a:solidFill>
                            <a:schemeClr val="dk1"/>
                          </a:solidFill>
                        </a:rPr>
                        <a:t>150 ms step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accent2"/>
                          </a:solidFill>
                        </a:rPr>
                        <a:t>3. Feature Extraction (TSFresh)</a:t>
                      </a:r>
                      <a:endParaRPr sz="800" b="1"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Extracted 60 + time-series descriptors (e.g., autocorrelation, energy, entropy, RMS).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Applied separately for </a:t>
                      </a:r>
                      <a:r>
                        <a:rPr lang="en" sz="800" b="1">
                          <a:solidFill>
                            <a:schemeClr val="dk1"/>
                          </a:solidFill>
                        </a:rPr>
                        <a:t>Left</a:t>
                      </a:r>
                      <a:r>
                        <a:rPr lang="en" sz="80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" sz="800" b="1">
                          <a:solidFill>
                            <a:schemeClr val="dk1"/>
                          </a:solidFill>
                        </a:rPr>
                        <a:t>Right</a:t>
                      </a:r>
                      <a:r>
                        <a:rPr lang="en" sz="800">
                          <a:solidFill>
                            <a:schemeClr val="dk1"/>
                          </a:solidFill>
                        </a:rPr>
                        <a:t> foot signals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accent2"/>
                          </a:solidFill>
                        </a:rPr>
                        <a:t>4. Statistical Aggregation</a:t>
                      </a:r>
                      <a:endParaRPr sz="800" b="1"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Computed </a:t>
                      </a:r>
                      <a:r>
                        <a:rPr lang="en" sz="800" b="1">
                          <a:solidFill>
                            <a:schemeClr val="dk1"/>
                          </a:solidFill>
                        </a:rPr>
                        <a:t>mean, standard deviation, skewness, kurtosis</a:t>
                      </a:r>
                      <a:r>
                        <a:rPr lang="en" sz="800">
                          <a:solidFill>
                            <a:schemeClr val="dk1"/>
                          </a:solidFill>
                        </a:rPr>
                        <a:t> across windows per subject × foot.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Produces one feature vector per subject × foot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accent2"/>
                          </a:solidFill>
                        </a:rPr>
                        <a:t>5. Normalization</a:t>
                      </a:r>
                      <a:endParaRPr sz="800" b="1"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/>
                        <a:t>Z-score normalization applied column-wise to remove scaling bias before PCA.</a:t>
                      </a:r>
                      <a:endParaRPr sz="8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accent2"/>
                          </a:solidFill>
                        </a:rPr>
                        <a:t>6. Feature Set Variants</a:t>
                      </a:r>
                      <a:endParaRPr sz="800" b="1"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Built three matrices for visualization: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/>
                        <a:t>• Left Foot only • Right Foot only • Combined (L + R concatenated)</a:t>
                      </a:r>
                      <a:endParaRPr sz="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39" name="Google Shape;1039;p44"/>
          <p:cNvSpPr txBox="1"/>
          <p:nvPr/>
        </p:nvSpPr>
        <p:spPr>
          <a:xfrm>
            <a:off x="330700" y="980100"/>
            <a:ext cx="40467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accent2"/>
                </a:solidFill>
              </a:rPr>
              <a:t>Preprocessing and Feature Extraction Steps</a:t>
            </a:r>
            <a:endParaRPr sz="1300" b="1">
              <a:solidFill>
                <a:schemeClr val="accent2"/>
              </a:solidFill>
            </a:endParaRPr>
          </a:p>
        </p:txBody>
      </p:sp>
      <p:pic>
        <p:nvPicPr>
          <p:cNvPr id="1040" name="Google Shape;104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363" y="3584333"/>
            <a:ext cx="646050" cy="3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44"/>
          <p:cNvSpPr txBox="1"/>
          <p:nvPr/>
        </p:nvSpPr>
        <p:spPr>
          <a:xfrm>
            <a:off x="6551375" y="1221575"/>
            <a:ext cx="2171700" cy="3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dirty="0">
                <a:solidFill>
                  <a:schemeClr val="accent2"/>
                </a:solidFill>
              </a:rPr>
              <a:t>Process Summary:</a:t>
            </a:r>
            <a:endParaRPr sz="1300" b="1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 dirty="0">
                <a:solidFill>
                  <a:schemeClr val="accent2"/>
                </a:solidFill>
              </a:rPr>
              <a:t>Input</a:t>
            </a:r>
            <a:r>
              <a:rPr lang="en" sz="900" b="1" dirty="0">
                <a:solidFill>
                  <a:schemeClr val="dk1"/>
                </a:solidFill>
              </a:rPr>
              <a:t>:</a:t>
            </a:r>
            <a:r>
              <a:rPr lang="en" sz="900" dirty="0">
                <a:solidFill>
                  <a:schemeClr val="dk1"/>
                </a:solidFill>
              </a:rPr>
              <a:t> Raw vGRF (8 sensors/foot) sampled at 100 Hz</a:t>
            </a:r>
            <a:br>
              <a:rPr lang="en" sz="900" dirty="0">
                <a:solidFill>
                  <a:schemeClr val="dk1"/>
                </a:solidFill>
              </a:rPr>
            </a:br>
            <a:r>
              <a:rPr lang="en" sz="900" dirty="0">
                <a:solidFill>
                  <a:schemeClr val="dk1"/>
                </a:solidFill>
              </a:rPr>
              <a:t> 	⬇</a:t>
            </a:r>
            <a:br>
              <a:rPr lang="en" sz="900" dirty="0">
                <a:solidFill>
                  <a:schemeClr val="dk1"/>
                </a:solidFill>
              </a:rPr>
            </a:br>
            <a:r>
              <a:rPr lang="en" sz="900" dirty="0">
                <a:solidFill>
                  <a:schemeClr val="dk1"/>
                </a:solidFill>
              </a:rPr>
              <a:t> </a:t>
            </a:r>
            <a:r>
              <a:rPr lang="en" sz="900" b="1" dirty="0">
                <a:solidFill>
                  <a:srgbClr val="073763"/>
                </a:solidFill>
              </a:rPr>
              <a:t>Segmentation</a:t>
            </a:r>
            <a:r>
              <a:rPr lang="en" sz="900" b="1" dirty="0">
                <a:solidFill>
                  <a:schemeClr val="dk1"/>
                </a:solidFill>
              </a:rPr>
              <a:t>:</a:t>
            </a:r>
            <a:r>
              <a:rPr lang="en" sz="900" dirty="0">
                <a:solidFill>
                  <a:schemeClr val="dk1"/>
                </a:solidFill>
              </a:rPr>
              <a:t> Sliding windows (300 ms window | 150 ms step)</a:t>
            </a:r>
            <a:br>
              <a:rPr lang="en" sz="900" dirty="0">
                <a:solidFill>
                  <a:schemeClr val="dk1"/>
                </a:solidFill>
              </a:rPr>
            </a:br>
            <a:r>
              <a:rPr lang="en" sz="900" dirty="0">
                <a:solidFill>
                  <a:schemeClr val="dk1"/>
                </a:solidFill>
              </a:rPr>
              <a:t> 	⬇</a:t>
            </a:r>
            <a:br>
              <a:rPr lang="en" sz="900" dirty="0">
                <a:solidFill>
                  <a:schemeClr val="dk1"/>
                </a:solidFill>
              </a:rPr>
            </a:br>
            <a:r>
              <a:rPr lang="en" sz="900" dirty="0">
                <a:solidFill>
                  <a:schemeClr val="dk1"/>
                </a:solidFill>
              </a:rPr>
              <a:t> </a:t>
            </a:r>
            <a:r>
              <a:rPr lang="en" sz="900" b="1" dirty="0">
                <a:solidFill>
                  <a:schemeClr val="accent2"/>
                </a:solidFill>
              </a:rPr>
              <a:t>Feature Extraction</a:t>
            </a:r>
            <a:r>
              <a:rPr lang="en" sz="900" b="1" dirty="0">
                <a:solidFill>
                  <a:schemeClr val="dk1"/>
                </a:solidFill>
              </a:rPr>
              <a:t>:</a:t>
            </a:r>
            <a:r>
              <a:rPr lang="en" sz="900" dirty="0">
                <a:solidFill>
                  <a:schemeClr val="dk1"/>
                </a:solidFill>
              </a:rPr>
              <a:t> TSFresh (e.g., autocorrelation, energy, entropy, RMS)</a:t>
            </a:r>
            <a:br>
              <a:rPr lang="en" sz="900" dirty="0">
                <a:solidFill>
                  <a:schemeClr val="dk1"/>
                </a:solidFill>
              </a:rPr>
            </a:br>
            <a:r>
              <a:rPr lang="en" sz="900" dirty="0">
                <a:solidFill>
                  <a:schemeClr val="dk1"/>
                </a:solidFill>
              </a:rPr>
              <a:t> 	⬇</a:t>
            </a:r>
            <a:br>
              <a:rPr lang="en" sz="900" dirty="0">
                <a:solidFill>
                  <a:schemeClr val="dk1"/>
                </a:solidFill>
              </a:rPr>
            </a:br>
            <a:r>
              <a:rPr lang="en" sz="900" dirty="0">
                <a:solidFill>
                  <a:schemeClr val="dk1"/>
                </a:solidFill>
              </a:rPr>
              <a:t> </a:t>
            </a:r>
            <a:r>
              <a:rPr lang="en" sz="900" b="1" dirty="0">
                <a:solidFill>
                  <a:schemeClr val="accent2"/>
                </a:solidFill>
              </a:rPr>
              <a:t>Aggregation</a:t>
            </a:r>
            <a:r>
              <a:rPr lang="en" sz="900" b="1" dirty="0">
                <a:solidFill>
                  <a:schemeClr val="dk1"/>
                </a:solidFill>
              </a:rPr>
              <a:t>:</a:t>
            </a:r>
            <a:r>
              <a:rPr lang="en" sz="900" dirty="0">
                <a:solidFill>
                  <a:schemeClr val="dk1"/>
                </a:solidFill>
              </a:rPr>
              <a:t> Mean | Standard Deviation | Skewness | Kurtosis. Aggregated per subject × foot → subject vector</a:t>
            </a:r>
            <a:br>
              <a:rPr lang="en" sz="900" dirty="0">
                <a:solidFill>
                  <a:schemeClr val="dk1"/>
                </a:solidFill>
              </a:rPr>
            </a:br>
            <a:r>
              <a:rPr lang="en" sz="900" dirty="0">
                <a:solidFill>
                  <a:schemeClr val="dk1"/>
                </a:solidFill>
              </a:rPr>
              <a:t> 	⬇</a:t>
            </a:r>
            <a:br>
              <a:rPr lang="en" sz="900" dirty="0">
                <a:solidFill>
                  <a:schemeClr val="dk1"/>
                </a:solidFill>
              </a:rPr>
            </a:br>
            <a:r>
              <a:rPr lang="en" sz="900" dirty="0">
                <a:solidFill>
                  <a:schemeClr val="dk1"/>
                </a:solidFill>
              </a:rPr>
              <a:t> </a:t>
            </a:r>
            <a:r>
              <a:rPr lang="en" sz="900" b="1" dirty="0">
                <a:solidFill>
                  <a:schemeClr val="accent2"/>
                </a:solidFill>
              </a:rPr>
              <a:t>Normalization &amp; Dim-Reduction:</a:t>
            </a:r>
            <a:r>
              <a:rPr lang="en" sz="900" dirty="0">
                <a:solidFill>
                  <a:schemeClr val="accent2"/>
                </a:solidFill>
              </a:rPr>
              <a:t> </a:t>
            </a:r>
            <a:r>
              <a:rPr lang="en" sz="900" dirty="0">
                <a:solidFill>
                  <a:schemeClr val="dk1"/>
                </a:solidFill>
              </a:rPr>
              <a:t>Z-score → PCA visualization</a:t>
            </a:r>
            <a:endParaRPr sz="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1042" name="Google Shape;1042;p44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043" name="Google Shape;1043;p44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044" name="Google Shape;1044;p44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November 2025</a:t>
            </a:r>
            <a:endParaRPr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45"/>
          <p:cNvSpPr txBox="1">
            <a:spLocks noGrp="1"/>
          </p:cNvSpPr>
          <p:nvPr>
            <p:ph type="ftr" idx="11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050" name="Google Shape;1050;p45"/>
          <p:cNvSpPr txBox="1">
            <a:spLocks noGrp="1"/>
          </p:cNvSpPr>
          <p:nvPr>
            <p:ph type="sldNum" idx="12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051" name="Google Shape;1051;p45"/>
          <p:cNvSpPr txBox="1">
            <a:spLocks noGrp="1"/>
          </p:cNvSpPr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</a:pPr>
            <a:r>
              <a:rPr lang="en"/>
              <a:t>PCA Visualization of Extracted Gait Features</a:t>
            </a:r>
            <a:endParaRPr/>
          </a:p>
        </p:txBody>
      </p:sp>
      <p:sp>
        <p:nvSpPr>
          <p:cNvPr id="1052" name="Google Shape;1052;p45"/>
          <p:cNvSpPr txBox="1">
            <a:spLocks noGrp="1"/>
          </p:cNvSpPr>
          <p:nvPr>
            <p:ph type="body" idx="4"/>
          </p:nvPr>
        </p:nvSpPr>
        <p:spPr>
          <a:xfrm>
            <a:off x="388752" y="515700"/>
            <a:ext cx="61050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70000" bIns="0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</a:pPr>
            <a:r>
              <a:rPr lang="en"/>
              <a:t>Evaluating how well TSFresh-derived gait features differentiate Parkinson’s Disease (PD) from Healthy Controls (HC) based on vGRF signals.</a:t>
            </a:r>
            <a:endParaRPr/>
          </a:p>
        </p:txBody>
      </p:sp>
      <p:pic>
        <p:nvPicPr>
          <p:cNvPr id="1053" name="Google Shape;1053;p45" title="Left_Foot_pc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6825" y="1143026"/>
            <a:ext cx="3126523" cy="2431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45" title="Right_Foot_pc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08737" y="1172562"/>
            <a:ext cx="3126523" cy="243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45" title="Combined_LR_pca.png"/>
          <p:cNvPicPr preferRelativeResize="0"/>
          <p:nvPr/>
        </p:nvPicPr>
        <p:blipFill rotWithShape="1">
          <a:blip r:embed="rId5">
            <a:alphaModFix/>
          </a:blip>
          <a:srcRect t="2453" b="2453"/>
          <a:stretch/>
        </p:blipFill>
        <p:spPr>
          <a:xfrm>
            <a:off x="5870825" y="1172550"/>
            <a:ext cx="3197251" cy="2364952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45"/>
          <p:cNvSpPr txBox="1">
            <a:spLocks noGrp="1"/>
          </p:cNvSpPr>
          <p:nvPr>
            <p:ph type="dt" idx="10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November 2025</a:t>
            </a:r>
            <a:endParaRPr/>
          </a:p>
        </p:txBody>
      </p:sp>
      <p:sp>
        <p:nvSpPr>
          <p:cNvPr id="1057" name="Google Shape;1057;p45"/>
          <p:cNvSpPr txBox="1"/>
          <p:nvPr/>
        </p:nvSpPr>
        <p:spPr>
          <a:xfrm>
            <a:off x="388750" y="3537500"/>
            <a:ext cx="2818800" cy="12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PD subjects are more spread out than controls → showing </a:t>
            </a:r>
            <a:r>
              <a:rPr lang="en" sz="1100" b="1">
                <a:solidFill>
                  <a:schemeClr val="dk1"/>
                </a:solidFill>
              </a:rPr>
              <a:t>higher variability</a:t>
            </a:r>
            <a:r>
              <a:rPr lang="en" sz="1100">
                <a:solidFill>
                  <a:schemeClr val="dk1"/>
                </a:solidFill>
              </a:rPr>
              <a:t> and less stable force control.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could be linked to differences in how the affected side supports weight.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58" name="Google Shape;1058;p45"/>
          <p:cNvSpPr txBox="1"/>
          <p:nvPr/>
        </p:nvSpPr>
        <p:spPr>
          <a:xfrm>
            <a:off x="3386650" y="3561250"/>
            <a:ext cx="28869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Here, both groups overlap quite a bit.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lang="en" sz="1100" b="1">
                <a:solidFill>
                  <a:schemeClr val="dk1"/>
                </a:solidFill>
              </a:rPr>
              <a:t>right-foot features don’t show a clear difference</a:t>
            </a:r>
            <a:r>
              <a:rPr lang="en" sz="1100">
                <a:solidFill>
                  <a:schemeClr val="dk1"/>
                </a:solidFill>
              </a:rPr>
              <a:t>, maybe because some PD participants use this side to compensate while walking.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59" name="Google Shape;1059;p45"/>
          <p:cNvSpPr txBox="1"/>
          <p:nvPr/>
        </p:nvSpPr>
        <p:spPr>
          <a:xfrm>
            <a:off x="6314275" y="3581650"/>
            <a:ext cx="2753700" cy="9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When both feet are combined, the groups separate more clearly → capturing </a:t>
            </a:r>
            <a:r>
              <a:rPr lang="en" sz="1100" b="1">
                <a:solidFill>
                  <a:schemeClr val="dk1"/>
                </a:solidFill>
              </a:rPr>
              <a:t>left–right coordination differences</a:t>
            </a:r>
            <a:r>
              <a:rPr lang="en" sz="1100">
                <a:solidFill>
                  <a:schemeClr val="dk1"/>
                </a:solidFill>
              </a:rPr>
              <a:t> and overall gait asymmetry.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060" name="Google Shape;1060;p45"/>
          <p:cNvSpPr txBox="1"/>
          <p:nvPr/>
        </p:nvSpPr>
        <p:spPr>
          <a:xfrm>
            <a:off x="368050" y="4488200"/>
            <a:ext cx="89241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Takeaway: </a:t>
            </a:r>
            <a:r>
              <a:rPr lang="en" sz="1100">
                <a:solidFill>
                  <a:schemeClr val="dk1"/>
                </a:solidFill>
              </a:rPr>
              <a:t>Left shows variability, right shows compensation, and combining both sides best highlights Parkinsonian gait asymmetry.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986</Words>
  <Application>Microsoft Office PowerPoint</Application>
  <PresentationFormat>Bildschirmpräsentation (16:9)</PresentationFormat>
  <Paragraphs>95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Simple Light</vt:lpstr>
      <vt:lpstr>FAU - Technische Fakultät</vt:lpstr>
      <vt:lpstr>FAU - Technische Fakultät</vt:lpstr>
      <vt:lpstr>Automatic Detection of Parkinson’s Disease  Using Gait Signals and State Space Models/Mamba</vt:lpstr>
      <vt:lpstr>Dataset Overview: PhysioNet</vt:lpstr>
      <vt:lpstr>Dataset Overview: PhysioNet</vt:lpstr>
      <vt:lpstr>Example Vertical Ground Reaction Forces (vGRF) Cycles : Parkinson’s Disease vs Healthy Control</vt:lpstr>
      <vt:lpstr>Mean Normalized vGRF Stride Comparison: Parkinson’s Disease vs Healthy Control</vt:lpstr>
      <vt:lpstr>Feature Extraction and PCA Preparation Pipeline</vt:lpstr>
      <vt:lpstr>PCA Visualization of Extracted Gait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Saranya Bhattacharjee</cp:lastModifiedBy>
  <cp:revision>5</cp:revision>
  <dcterms:modified xsi:type="dcterms:W3CDTF">2025-11-07T10:07:34Z</dcterms:modified>
</cp:coreProperties>
</file>